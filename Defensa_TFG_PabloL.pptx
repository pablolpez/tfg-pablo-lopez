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4"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6" r:id="rId18"/>
    <p:sldId id="271" r:id="rId19"/>
    <p:sldId id="275" r:id="rId20"/>
    <p:sldId id="272" r:id="rId21"/>
    <p:sldId id="27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DAC42B-047F-4D19-9995-455EA5120CC1}" v="4" dt="2026-07-07T08:31:30.6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4610"/>
  </p:normalViewPr>
  <p:slideViewPr>
    <p:cSldViewPr snapToGrid="0" snapToObjects="1">
      <p:cViewPr varScale="1">
        <p:scale>
          <a:sx n="146" d="100"/>
          <a:sy n="146" d="100"/>
        </p:scale>
        <p:origin x="6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Lopez Martinez" userId="1137ef9a-7c58-45bf-bda5-57d223aab176" providerId="ADAL" clId="{9962952C-F1D8-4409-A215-673466805E13}"/>
    <pc:docChg chg="undo custSel addSld delSld modSld sldOrd">
      <pc:chgData name="Pablo Lopez Martinez" userId="1137ef9a-7c58-45bf-bda5-57d223aab176" providerId="ADAL" clId="{9962952C-F1D8-4409-A215-673466805E13}" dt="2026-07-08T08:13:19.265" v="1307" actId="20577"/>
      <pc:docMkLst>
        <pc:docMk/>
      </pc:docMkLst>
      <pc:sldChg chg="addSp delSp modSp mod">
        <pc:chgData name="Pablo Lopez Martinez" userId="1137ef9a-7c58-45bf-bda5-57d223aab176" providerId="ADAL" clId="{9962952C-F1D8-4409-A215-673466805E13}" dt="2026-07-04T10:25:57.399" v="979" actId="6549"/>
        <pc:sldMkLst>
          <pc:docMk/>
          <pc:sldMk cId="0" sldId="256"/>
        </pc:sldMkLst>
        <pc:spChg chg="mod">
          <ac:chgData name="Pablo Lopez Martinez" userId="1137ef9a-7c58-45bf-bda5-57d223aab176" providerId="ADAL" clId="{9962952C-F1D8-4409-A215-673466805E13}" dt="2026-07-03T09:32:29.598" v="99" actId="6549"/>
          <ac:spMkLst>
            <pc:docMk/>
            <pc:sldMk cId="0" sldId="256"/>
            <ac:spMk id="5" creationId="{00000000-0000-0000-0000-000000000000}"/>
          </ac:spMkLst>
        </pc:spChg>
        <pc:spChg chg="mod">
          <ac:chgData name="Pablo Lopez Martinez" userId="1137ef9a-7c58-45bf-bda5-57d223aab176" providerId="ADAL" clId="{9962952C-F1D8-4409-A215-673466805E13}" dt="2026-07-03T09:43:39.559" v="158" actId="790"/>
          <ac:spMkLst>
            <pc:docMk/>
            <pc:sldMk cId="0" sldId="256"/>
            <ac:spMk id="6" creationId="{00000000-0000-0000-0000-000000000000}"/>
          </ac:spMkLst>
        </pc:spChg>
        <pc:spChg chg="mod">
          <ac:chgData name="Pablo Lopez Martinez" userId="1137ef9a-7c58-45bf-bda5-57d223aab176" providerId="ADAL" clId="{9962952C-F1D8-4409-A215-673466805E13}" dt="2026-07-03T09:32:15.329" v="98" actId="20577"/>
          <ac:spMkLst>
            <pc:docMk/>
            <pc:sldMk cId="0" sldId="256"/>
            <ac:spMk id="8" creationId="{00000000-0000-0000-0000-000000000000}"/>
          </ac:spMkLst>
        </pc:spChg>
        <pc:spChg chg="mod">
          <ac:chgData name="Pablo Lopez Martinez" userId="1137ef9a-7c58-45bf-bda5-57d223aab176" providerId="ADAL" clId="{9962952C-F1D8-4409-A215-673466805E13}" dt="2026-07-04T10:25:57.399" v="979" actId="6549"/>
          <ac:spMkLst>
            <pc:docMk/>
            <pc:sldMk cId="0" sldId="256"/>
            <ac:spMk id="9" creationId="{00000000-0000-0000-0000-000000000000}"/>
          </ac:spMkLst>
        </pc:spChg>
        <pc:picChg chg="add mod">
          <ac:chgData name="Pablo Lopez Martinez" userId="1137ef9a-7c58-45bf-bda5-57d223aab176" providerId="ADAL" clId="{9962952C-F1D8-4409-A215-673466805E13}" dt="2026-07-03T09:30:40.880" v="63" actId="1076"/>
          <ac:picMkLst>
            <pc:docMk/>
            <pc:sldMk cId="0" sldId="256"/>
            <ac:picMk id="2" creationId="{4E13ED0D-02BD-7940-F083-992D22DDFAAB}"/>
          </ac:picMkLst>
        </pc:picChg>
        <pc:picChg chg="add mod">
          <ac:chgData name="Pablo Lopez Martinez" userId="1137ef9a-7c58-45bf-bda5-57d223aab176" providerId="ADAL" clId="{9962952C-F1D8-4409-A215-673466805E13}" dt="2026-07-03T09:31:08.301" v="73" actId="1076"/>
          <ac:picMkLst>
            <pc:docMk/>
            <pc:sldMk cId="0" sldId="256"/>
            <ac:picMk id="3" creationId="{D23A591F-EB26-CD9E-B84B-9E035A762143}"/>
          </ac:picMkLst>
        </pc:picChg>
      </pc:sldChg>
      <pc:sldChg chg="modSp mod">
        <pc:chgData name="Pablo Lopez Martinez" userId="1137ef9a-7c58-45bf-bda5-57d223aab176" providerId="ADAL" clId="{9962952C-F1D8-4409-A215-673466805E13}" dt="2026-07-03T09:43:07.558" v="157" actId="255"/>
        <pc:sldMkLst>
          <pc:docMk/>
          <pc:sldMk cId="0" sldId="257"/>
        </pc:sldMkLst>
        <pc:spChg chg="mod">
          <ac:chgData name="Pablo Lopez Martinez" userId="1137ef9a-7c58-45bf-bda5-57d223aab176" providerId="ADAL" clId="{9962952C-F1D8-4409-A215-673466805E13}" dt="2026-07-03T09:40:56.004" v="152" actId="6549"/>
          <ac:spMkLst>
            <pc:docMk/>
            <pc:sldMk cId="0" sldId="257"/>
            <ac:spMk id="5"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6" creationId="{00000000-0000-0000-0000-000000000000}"/>
          </ac:spMkLst>
        </pc:spChg>
        <pc:spChg chg="mod">
          <ac:chgData name="Pablo Lopez Martinez" userId="1137ef9a-7c58-45bf-bda5-57d223aab176" providerId="ADAL" clId="{9962952C-F1D8-4409-A215-673466805E13}" dt="2026-07-03T09:41:11.797" v="154" actId="255"/>
          <ac:spMkLst>
            <pc:docMk/>
            <pc:sldMk cId="0" sldId="257"/>
            <ac:spMk id="7"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8"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9" creationId="{00000000-0000-0000-0000-000000000000}"/>
          </ac:spMkLst>
        </pc:spChg>
        <pc:spChg chg="mod">
          <ac:chgData name="Pablo Lopez Martinez" userId="1137ef9a-7c58-45bf-bda5-57d223aab176" providerId="ADAL" clId="{9962952C-F1D8-4409-A215-673466805E13}" dt="2026-07-03T09:41:11.797" v="154" actId="255"/>
          <ac:spMkLst>
            <pc:docMk/>
            <pc:sldMk cId="0" sldId="257"/>
            <ac:spMk id="10"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11"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12"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13"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14"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15" creationId="{00000000-0000-0000-0000-000000000000}"/>
          </ac:spMkLst>
        </pc:spChg>
        <pc:spChg chg="mod">
          <ac:chgData name="Pablo Lopez Martinez" userId="1137ef9a-7c58-45bf-bda5-57d223aab176" providerId="ADAL" clId="{9962952C-F1D8-4409-A215-673466805E13}" dt="2026-07-03T09:41:11.797" v="154" actId="255"/>
          <ac:spMkLst>
            <pc:docMk/>
            <pc:sldMk cId="0" sldId="257"/>
            <ac:spMk id="16"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17" creationId="{00000000-0000-0000-0000-000000000000}"/>
          </ac:spMkLst>
        </pc:spChg>
        <pc:spChg chg="mod">
          <ac:chgData name="Pablo Lopez Martinez" userId="1137ef9a-7c58-45bf-bda5-57d223aab176" providerId="ADAL" clId="{9962952C-F1D8-4409-A215-673466805E13}" dt="2026-07-03T09:41:11.797" v="154" actId="255"/>
          <ac:spMkLst>
            <pc:docMk/>
            <pc:sldMk cId="0" sldId="257"/>
            <ac:spMk id="19"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20"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21"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22"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23" creationId="{00000000-0000-0000-0000-000000000000}"/>
          </ac:spMkLst>
        </pc:spChg>
        <pc:spChg chg="mod">
          <ac:chgData name="Pablo Lopez Martinez" userId="1137ef9a-7c58-45bf-bda5-57d223aab176" providerId="ADAL" clId="{9962952C-F1D8-4409-A215-673466805E13}" dt="2026-07-03T09:41:19.908" v="155" actId="255"/>
          <ac:spMkLst>
            <pc:docMk/>
            <pc:sldMk cId="0" sldId="257"/>
            <ac:spMk id="24" creationId="{00000000-0000-0000-0000-000000000000}"/>
          </ac:spMkLst>
        </pc:spChg>
        <pc:spChg chg="mod">
          <ac:chgData name="Pablo Lopez Martinez" userId="1137ef9a-7c58-45bf-bda5-57d223aab176" providerId="ADAL" clId="{9962952C-F1D8-4409-A215-673466805E13}" dt="2026-07-03T09:41:11.797" v="154" actId="255"/>
          <ac:spMkLst>
            <pc:docMk/>
            <pc:sldMk cId="0" sldId="257"/>
            <ac:spMk id="25"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26" creationId="{00000000-0000-0000-0000-000000000000}"/>
          </ac:spMkLst>
        </pc:spChg>
        <pc:spChg chg="mod">
          <ac:chgData name="Pablo Lopez Martinez" userId="1137ef9a-7c58-45bf-bda5-57d223aab176" providerId="ADAL" clId="{9962952C-F1D8-4409-A215-673466805E13}" dt="2026-07-03T09:41:11.797" v="154" actId="255"/>
          <ac:spMkLst>
            <pc:docMk/>
            <pc:sldMk cId="0" sldId="257"/>
            <ac:spMk id="28" creationId="{00000000-0000-0000-0000-000000000000}"/>
          </ac:spMkLst>
        </pc:spChg>
        <pc:spChg chg="mod">
          <ac:chgData name="Pablo Lopez Martinez" userId="1137ef9a-7c58-45bf-bda5-57d223aab176" providerId="ADAL" clId="{9962952C-F1D8-4409-A215-673466805E13}" dt="2026-07-03T09:43:07.558" v="157" actId="255"/>
          <ac:spMkLst>
            <pc:docMk/>
            <pc:sldMk cId="0" sldId="257"/>
            <ac:spMk id="29" creationId="{00000000-0000-0000-0000-000000000000}"/>
          </ac:spMkLst>
        </pc:spChg>
      </pc:sldChg>
      <pc:sldChg chg="addSp delSp modSp mod">
        <pc:chgData name="Pablo Lopez Martinez" userId="1137ef9a-7c58-45bf-bda5-57d223aab176" providerId="ADAL" clId="{9962952C-F1D8-4409-A215-673466805E13}" dt="2026-07-07T09:27:20.771" v="1269" actId="790"/>
        <pc:sldMkLst>
          <pc:docMk/>
          <pc:sldMk cId="0" sldId="258"/>
        </pc:sldMkLst>
        <pc:spChg chg="del">
          <ac:chgData name="Pablo Lopez Martinez" userId="1137ef9a-7c58-45bf-bda5-57d223aab176" providerId="ADAL" clId="{9962952C-F1D8-4409-A215-673466805E13}" dt="2026-07-07T08:31:52.531" v="1268" actId="478"/>
          <ac:spMkLst>
            <pc:docMk/>
            <pc:sldMk cId="0" sldId="258"/>
            <ac:spMk id="6" creationId="{00000000-0000-0000-0000-000000000000}"/>
          </ac:spMkLst>
        </pc:spChg>
        <pc:spChg chg="mod">
          <ac:chgData name="Pablo Lopez Martinez" userId="1137ef9a-7c58-45bf-bda5-57d223aab176" providerId="ADAL" clId="{9962952C-F1D8-4409-A215-673466805E13}" dt="2026-07-03T15:56:33.148" v="265" actId="20577"/>
          <ac:spMkLst>
            <pc:docMk/>
            <pc:sldMk cId="0" sldId="258"/>
            <ac:spMk id="8" creationId="{00000000-0000-0000-0000-000000000000}"/>
          </ac:spMkLst>
        </pc:spChg>
        <pc:spChg chg="mod">
          <ac:chgData name="Pablo Lopez Martinez" userId="1137ef9a-7c58-45bf-bda5-57d223aab176" providerId="ADAL" clId="{9962952C-F1D8-4409-A215-673466805E13}" dt="2026-07-07T09:27:20.771" v="1269" actId="790"/>
          <ac:spMkLst>
            <pc:docMk/>
            <pc:sldMk cId="0" sldId="258"/>
            <ac:spMk id="10" creationId="{00000000-0000-0000-0000-000000000000}"/>
          </ac:spMkLst>
        </pc:spChg>
        <pc:spChg chg="mod">
          <ac:chgData name="Pablo Lopez Martinez" userId="1137ef9a-7c58-45bf-bda5-57d223aab176" providerId="ADAL" clId="{9962952C-F1D8-4409-A215-673466805E13}" dt="2026-07-03T17:08:17.658" v="464" actId="20577"/>
          <ac:spMkLst>
            <pc:docMk/>
            <pc:sldMk cId="0" sldId="258"/>
            <ac:spMk id="11" creationId="{00000000-0000-0000-0000-000000000000}"/>
          </ac:spMkLst>
        </pc:spChg>
        <pc:spChg chg="add del">
          <ac:chgData name="Pablo Lopez Martinez" userId="1137ef9a-7c58-45bf-bda5-57d223aab176" providerId="ADAL" clId="{9962952C-F1D8-4409-A215-673466805E13}" dt="2026-07-07T08:31:26.299" v="1259" actId="22"/>
          <ac:spMkLst>
            <pc:docMk/>
            <pc:sldMk cId="0" sldId="258"/>
            <ac:spMk id="13" creationId="{435B4C88-CB9C-7580-B64E-7DD01927A93C}"/>
          </ac:spMkLst>
        </pc:spChg>
        <pc:picChg chg="add mod">
          <ac:chgData name="Pablo Lopez Martinez" userId="1137ef9a-7c58-45bf-bda5-57d223aab176" providerId="ADAL" clId="{9962952C-F1D8-4409-A215-673466805E13}" dt="2026-07-07T08:31:51.262" v="1267" actId="1076"/>
          <ac:picMkLst>
            <pc:docMk/>
            <pc:sldMk cId="0" sldId="258"/>
            <ac:picMk id="14" creationId="{430F4613-6712-70C1-41F0-2E78CC443543}"/>
          </ac:picMkLst>
        </pc:picChg>
      </pc:sldChg>
      <pc:sldChg chg="addSp delSp modSp mod">
        <pc:chgData name="Pablo Lopez Martinez" userId="1137ef9a-7c58-45bf-bda5-57d223aab176" providerId="ADAL" clId="{9962952C-F1D8-4409-A215-673466805E13}" dt="2026-07-06T09:26:35.151" v="1012" actId="20577"/>
        <pc:sldMkLst>
          <pc:docMk/>
          <pc:sldMk cId="0" sldId="259"/>
        </pc:sldMkLst>
        <pc:spChg chg="mod">
          <ac:chgData name="Pablo Lopez Martinez" userId="1137ef9a-7c58-45bf-bda5-57d223aab176" providerId="ADAL" clId="{9962952C-F1D8-4409-A215-673466805E13}" dt="2026-07-04T16:11:08.673" v="986" actId="20577"/>
          <ac:spMkLst>
            <pc:docMk/>
            <pc:sldMk cId="0" sldId="259"/>
            <ac:spMk id="15" creationId="{00000000-0000-0000-0000-000000000000}"/>
          </ac:spMkLst>
        </pc:spChg>
        <pc:spChg chg="mod">
          <ac:chgData name="Pablo Lopez Martinez" userId="1137ef9a-7c58-45bf-bda5-57d223aab176" providerId="ADAL" clId="{9962952C-F1D8-4409-A215-673466805E13}" dt="2026-07-06T09:26:35.151" v="1012" actId="20577"/>
          <ac:spMkLst>
            <pc:docMk/>
            <pc:sldMk cId="0" sldId="259"/>
            <ac:spMk id="23" creationId="{00000000-0000-0000-0000-000000000000}"/>
          </ac:spMkLst>
        </pc:spChg>
        <pc:spChg chg="add mod">
          <ac:chgData name="Pablo Lopez Martinez" userId="1137ef9a-7c58-45bf-bda5-57d223aab176" providerId="ADAL" clId="{9962952C-F1D8-4409-A215-673466805E13}" dt="2026-07-06T09:26:19.637" v="1007" actId="14100"/>
          <ac:spMkLst>
            <pc:docMk/>
            <pc:sldMk cId="0" sldId="259"/>
            <ac:spMk id="25" creationId="{65CCD355-F264-9B3E-A5B4-0A4C6E91AE58}"/>
          </ac:spMkLst>
        </pc:spChg>
        <pc:spChg chg="add mod">
          <ac:chgData name="Pablo Lopez Martinez" userId="1137ef9a-7c58-45bf-bda5-57d223aab176" providerId="ADAL" clId="{9962952C-F1D8-4409-A215-673466805E13}" dt="2026-07-06T09:26:19.637" v="1007" actId="14100"/>
          <ac:spMkLst>
            <pc:docMk/>
            <pc:sldMk cId="0" sldId="259"/>
            <ac:spMk id="27" creationId="{2CB14B67-B791-C195-F259-9D33EBED5BF6}"/>
          </ac:spMkLst>
        </pc:spChg>
      </pc:sldChg>
      <pc:sldChg chg="delSp modSp mod">
        <pc:chgData name="Pablo Lopez Martinez" userId="1137ef9a-7c58-45bf-bda5-57d223aab176" providerId="ADAL" clId="{9962952C-F1D8-4409-A215-673466805E13}" dt="2026-07-06T09:26:40.104" v="1014" actId="20577"/>
        <pc:sldMkLst>
          <pc:docMk/>
          <pc:sldMk cId="0" sldId="260"/>
        </pc:sldMkLst>
        <pc:spChg chg="mod">
          <ac:chgData name="Pablo Lopez Martinez" userId="1137ef9a-7c58-45bf-bda5-57d223aab176" providerId="ADAL" clId="{9962952C-F1D8-4409-A215-673466805E13}" dt="2026-07-03T17:45:48.128" v="711" actId="20577"/>
          <ac:spMkLst>
            <pc:docMk/>
            <pc:sldMk cId="0" sldId="260"/>
            <ac:spMk id="4" creationId="{00000000-0000-0000-0000-000000000000}"/>
          </ac:spMkLst>
        </pc:spChg>
        <pc:spChg chg="mod">
          <ac:chgData name="Pablo Lopez Martinez" userId="1137ef9a-7c58-45bf-bda5-57d223aab176" providerId="ADAL" clId="{9962952C-F1D8-4409-A215-673466805E13}" dt="2026-07-03T16:39:08.850" v="274" actId="790"/>
          <ac:spMkLst>
            <pc:docMk/>
            <pc:sldMk cId="0" sldId="260"/>
            <ac:spMk id="8" creationId="{00000000-0000-0000-0000-000000000000}"/>
          </ac:spMkLst>
        </pc:spChg>
        <pc:spChg chg="mod">
          <ac:chgData name="Pablo Lopez Martinez" userId="1137ef9a-7c58-45bf-bda5-57d223aab176" providerId="ADAL" clId="{9962952C-F1D8-4409-A215-673466805E13}" dt="2026-07-03T15:57:13.454" v="269" actId="1076"/>
          <ac:spMkLst>
            <pc:docMk/>
            <pc:sldMk cId="0" sldId="260"/>
            <ac:spMk id="10" creationId="{00000000-0000-0000-0000-000000000000}"/>
          </ac:spMkLst>
        </pc:spChg>
        <pc:spChg chg="mod">
          <ac:chgData name="Pablo Lopez Martinez" userId="1137ef9a-7c58-45bf-bda5-57d223aab176" providerId="ADAL" clId="{9962952C-F1D8-4409-A215-673466805E13}" dt="2026-07-03T15:57:57.759" v="272" actId="1076"/>
          <ac:spMkLst>
            <pc:docMk/>
            <pc:sldMk cId="0" sldId="260"/>
            <ac:spMk id="13" creationId="{00000000-0000-0000-0000-000000000000}"/>
          </ac:spMkLst>
        </pc:spChg>
        <pc:spChg chg="mod">
          <ac:chgData name="Pablo Lopez Martinez" userId="1137ef9a-7c58-45bf-bda5-57d223aab176" providerId="ADAL" clId="{9962952C-F1D8-4409-A215-673466805E13}" dt="2026-07-03T15:57:42.630" v="271" actId="1076"/>
          <ac:spMkLst>
            <pc:docMk/>
            <pc:sldMk cId="0" sldId="260"/>
            <ac:spMk id="14" creationId="{00000000-0000-0000-0000-000000000000}"/>
          </ac:spMkLst>
        </pc:spChg>
        <pc:spChg chg="mod">
          <ac:chgData name="Pablo Lopez Martinez" userId="1137ef9a-7c58-45bf-bda5-57d223aab176" providerId="ADAL" clId="{9962952C-F1D8-4409-A215-673466805E13}" dt="2026-07-06T09:26:40.104" v="1014" actId="20577"/>
          <ac:spMkLst>
            <pc:docMk/>
            <pc:sldMk cId="0" sldId="260"/>
            <ac:spMk id="15" creationId="{00000000-0000-0000-0000-000000000000}"/>
          </ac:spMkLst>
        </pc:spChg>
      </pc:sldChg>
      <pc:sldChg chg="modSp mod">
        <pc:chgData name="Pablo Lopez Martinez" userId="1137ef9a-7c58-45bf-bda5-57d223aab176" providerId="ADAL" clId="{9962952C-F1D8-4409-A215-673466805E13}" dt="2026-07-06T09:26:43.751" v="1016" actId="20577"/>
        <pc:sldMkLst>
          <pc:docMk/>
          <pc:sldMk cId="0" sldId="261"/>
        </pc:sldMkLst>
        <pc:spChg chg="mod">
          <ac:chgData name="Pablo Lopez Martinez" userId="1137ef9a-7c58-45bf-bda5-57d223aab176" providerId="ADAL" clId="{9962952C-F1D8-4409-A215-673466805E13}" dt="2026-07-03T16:38:57.447" v="273" actId="790"/>
          <ac:spMkLst>
            <pc:docMk/>
            <pc:sldMk cId="0" sldId="261"/>
            <ac:spMk id="22" creationId="{00000000-0000-0000-0000-000000000000}"/>
          </ac:spMkLst>
        </pc:spChg>
        <pc:spChg chg="mod">
          <ac:chgData name="Pablo Lopez Martinez" userId="1137ef9a-7c58-45bf-bda5-57d223aab176" providerId="ADAL" clId="{9962952C-F1D8-4409-A215-673466805E13}" dt="2026-07-06T09:26:43.751" v="1016" actId="20577"/>
          <ac:spMkLst>
            <pc:docMk/>
            <pc:sldMk cId="0" sldId="261"/>
            <ac:spMk id="23" creationId="{00000000-0000-0000-0000-000000000000}"/>
          </ac:spMkLst>
        </pc:spChg>
      </pc:sldChg>
      <pc:sldChg chg="modSp mod">
        <pc:chgData name="Pablo Lopez Martinez" userId="1137ef9a-7c58-45bf-bda5-57d223aab176" providerId="ADAL" clId="{9962952C-F1D8-4409-A215-673466805E13}" dt="2026-07-07T08:29:13.999" v="1257" actId="790"/>
        <pc:sldMkLst>
          <pc:docMk/>
          <pc:sldMk cId="0" sldId="262"/>
        </pc:sldMkLst>
        <pc:spChg chg="mod">
          <ac:chgData name="Pablo Lopez Martinez" userId="1137ef9a-7c58-45bf-bda5-57d223aab176" providerId="ADAL" clId="{9962952C-F1D8-4409-A215-673466805E13}" dt="2026-07-03T09:40:35.507" v="151" actId="790"/>
          <ac:spMkLst>
            <pc:docMk/>
            <pc:sldMk cId="0" sldId="262"/>
            <ac:spMk id="4" creationId="{00000000-0000-0000-0000-000000000000}"/>
          </ac:spMkLst>
        </pc:spChg>
        <pc:spChg chg="mod">
          <ac:chgData name="Pablo Lopez Martinez" userId="1137ef9a-7c58-45bf-bda5-57d223aab176" providerId="ADAL" clId="{9962952C-F1D8-4409-A215-673466805E13}" dt="2026-07-06T11:50:06.975" v="1047" actId="1076"/>
          <ac:spMkLst>
            <pc:docMk/>
            <pc:sldMk cId="0" sldId="262"/>
            <ac:spMk id="9" creationId="{00000000-0000-0000-0000-000000000000}"/>
          </ac:spMkLst>
        </pc:spChg>
        <pc:spChg chg="mod">
          <ac:chgData name="Pablo Lopez Martinez" userId="1137ef9a-7c58-45bf-bda5-57d223aab176" providerId="ADAL" clId="{9962952C-F1D8-4409-A215-673466805E13}" dt="2026-07-07T08:29:13.999" v="1257" actId="790"/>
          <ac:spMkLst>
            <pc:docMk/>
            <pc:sldMk cId="0" sldId="262"/>
            <ac:spMk id="11" creationId="{00000000-0000-0000-0000-000000000000}"/>
          </ac:spMkLst>
        </pc:spChg>
        <pc:spChg chg="mod">
          <ac:chgData name="Pablo Lopez Martinez" userId="1137ef9a-7c58-45bf-bda5-57d223aab176" providerId="ADAL" clId="{9962952C-F1D8-4409-A215-673466805E13}" dt="2026-07-06T09:26:48.171" v="1018" actId="20577"/>
          <ac:spMkLst>
            <pc:docMk/>
            <pc:sldMk cId="0" sldId="262"/>
            <ac:spMk id="12" creationId="{00000000-0000-0000-0000-000000000000}"/>
          </ac:spMkLst>
        </pc:spChg>
      </pc:sldChg>
      <pc:sldChg chg="modSp mod">
        <pc:chgData name="Pablo Lopez Martinez" userId="1137ef9a-7c58-45bf-bda5-57d223aab176" providerId="ADAL" clId="{9962952C-F1D8-4409-A215-673466805E13}" dt="2026-07-06T09:26:50.667" v="1020" actId="20577"/>
        <pc:sldMkLst>
          <pc:docMk/>
          <pc:sldMk cId="0" sldId="263"/>
        </pc:sldMkLst>
        <pc:spChg chg="mod">
          <ac:chgData name="Pablo Lopez Martinez" userId="1137ef9a-7c58-45bf-bda5-57d223aab176" providerId="ADAL" clId="{9962952C-F1D8-4409-A215-673466805E13}" dt="2026-07-06T09:26:50.667" v="1020" actId="20577"/>
          <ac:spMkLst>
            <pc:docMk/>
            <pc:sldMk cId="0" sldId="263"/>
            <ac:spMk id="33" creationId="{00000000-0000-0000-0000-000000000000}"/>
          </ac:spMkLst>
        </pc:spChg>
      </pc:sldChg>
      <pc:sldChg chg="modSp mod">
        <pc:chgData name="Pablo Lopez Martinez" userId="1137ef9a-7c58-45bf-bda5-57d223aab176" providerId="ADAL" clId="{9962952C-F1D8-4409-A215-673466805E13}" dt="2026-07-07T08:27:08.468" v="1256" actId="790"/>
        <pc:sldMkLst>
          <pc:docMk/>
          <pc:sldMk cId="0" sldId="264"/>
        </pc:sldMkLst>
        <pc:spChg chg="mod">
          <ac:chgData name="Pablo Lopez Martinez" userId="1137ef9a-7c58-45bf-bda5-57d223aab176" providerId="ADAL" clId="{9962952C-F1D8-4409-A215-673466805E13}" dt="2026-07-07T08:27:08.468" v="1256" actId="790"/>
          <ac:spMkLst>
            <pc:docMk/>
            <pc:sldMk cId="0" sldId="264"/>
            <ac:spMk id="20" creationId="{00000000-0000-0000-0000-000000000000}"/>
          </ac:spMkLst>
        </pc:spChg>
        <pc:spChg chg="mod">
          <ac:chgData name="Pablo Lopez Martinez" userId="1137ef9a-7c58-45bf-bda5-57d223aab176" providerId="ADAL" clId="{9962952C-F1D8-4409-A215-673466805E13}" dt="2026-07-06T11:51:34.965" v="1058" actId="20577"/>
          <ac:spMkLst>
            <pc:docMk/>
            <pc:sldMk cId="0" sldId="264"/>
            <ac:spMk id="25" creationId="{00000000-0000-0000-0000-000000000000}"/>
          </ac:spMkLst>
        </pc:spChg>
        <pc:spChg chg="mod">
          <ac:chgData name="Pablo Lopez Martinez" userId="1137ef9a-7c58-45bf-bda5-57d223aab176" providerId="ADAL" clId="{9962952C-F1D8-4409-A215-673466805E13}" dt="2026-07-07T08:26:56.442" v="1255" actId="790"/>
          <ac:spMkLst>
            <pc:docMk/>
            <pc:sldMk cId="0" sldId="264"/>
            <ac:spMk id="30" creationId="{00000000-0000-0000-0000-000000000000}"/>
          </ac:spMkLst>
        </pc:spChg>
        <pc:spChg chg="mod">
          <ac:chgData name="Pablo Lopez Martinez" userId="1137ef9a-7c58-45bf-bda5-57d223aab176" providerId="ADAL" clId="{9962952C-F1D8-4409-A215-673466805E13}" dt="2026-07-06T09:26:59.484" v="1024" actId="20577"/>
          <ac:spMkLst>
            <pc:docMk/>
            <pc:sldMk cId="0" sldId="264"/>
            <ac:spMk id="31" creationId="{00000000-0000-0000-0000-000000000000}"/>
          </ac:spMkLst>
        </pc:spChg>
      </pc:sldChg>
      <pc:sldChg chg="modSp mod">
        <pc:chgData name="Pablo Lopez Martinez" userId="1137ef9a-7c58-45bf-bda5-57d223aab176" providerId="ADAL" clId="{9962952C-F1D8-4409-A215-673466805E13}" dt="2026-07-06T09:27:03.100" v="1027" actId="20577"/>
        <pc:sldMkLst>
          <pc:docMk/>
          <pc:sldMk cId="0" sldId="265"/>
        </pc:sldMkLst>
        <pc:spChg chg="mod">
          <ac:chgData name="Pablo Lopez Martinez" userId="1137ef9a-7c58-45bf-bda5-57d223aab176" providerId="ADAL" clId="{9962952C-F1D8-4409-A215-673466805E13}" dt="2026-07-03T17:08:59.620" v="466" actId="1076"/>
          <ac:spMkLst>
            <pc:docMk/>
            <pc:sldMk cId="0" sldId="265"/>
            <ac:spMk id="10" creationId="{00000000-0000-0000-0000-000000000000}"/>
          </ac:spMkLst>
        </pc:spChg>
        <pc:spChg chg="mod">
          <ac:chgData name="Pablo Lopez Martinez" userId="1137ef9a-7c58-45bf-bda5-57d223aab176" providerId="ADAL" clId="{9962952C-F1D8-4409-A215-673466805E13}" dt="2026-07-03T17:08:59.620" v="466" actId="1076"/>
          <ac:spMkLst>
            <pc:docMk/>
            <pc:sldMk cId="0" sldId="265"/>
            <ac:spMk id="11" creationId="{00000000-0000-0000-0000-000000000000}"/>
          </ac:spMkLst>
        </pc:spChg>
        <pc:spChg chg="mod">
          <ac:chgData name="Pablo Lopez Martinez" userId="1137ef9a-7c58-45bf-bda5-57d223aab176" providerId="ADAL" clId="{9962952C-F1D8-4409-A215-673466805E13}" dt="2026-07-03T17:08:43.004" v="465" actId="20577"/>
          <ac:spMkLst>
            <pc:docMk/>
            <pc:sldMk cId="0" sldId="265"/>
            <ac:spMk id="12" creationId="{00000000-0000-0000-0000-000000000000}"/>
          </ac:spMkLst>
        </pc:spChg>
        <pc:spChg chg="mod">
          <ac:chgData name="Pablo Lopez Martinez" userId="1137ef9a-7c58-45bf-bda5-57d223aab176" providerId="ADAL" clId="{9962952C-F1D8-4409-A215-673466805E13}" dt="2026-07-06T09:27:03.100" v="1027" actId="20577"/>
          <ac:spMkLst>
            <pc:docMk/>
            <pc:sldMk cId="0" sldId="265"/>
            <ac:spMk id="13" creationId="{00000000-0000-0000-0000-000000000000}"/>
          </ac:spMkLst>
        </pc:spChg>
      </pc:sldChg>
      <pc:sldChg chg="addSp delSp modSp mod ord">
        <pc:chgData name="Pablo Lopez Martinez" userId="1137ef9a-7c58-45bf-bda5-57d223aab176" providerId="ADAL" clId="{9962952C-F1D8-4409-A215-673466805E13}" dt="2026-07-07T22:32:31.290" v="1270" actId="20577"/>
        <pc:sldMkLst>
          <pc:docMk/>
          <pc:sldMk cId="0" sldId="266"/>
        </pc:sldMkLst>
        <pc:spChg chg="mod">
          <ac:chgData name="Pablo Lopez Martinez" userId="1137ef9a-7c58-45bf-bda5-57d223aab176" providerId="ADAL" clId="{9962952C-F1D8-4409-A215-673466805E13}" dt="2026-07-03T10:18:49.963" v="252" actId="1076"/>
          <ac:spMkLst>
            <pc:docMk/>
            <pc:sldMk cId="0" sldId="266"/>
            <ac:spMk id="8"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9"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13"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14"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16"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18"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19"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20" creationId="{00000000-0000-0000-0000-000000000000}"/>
          </ac:spMkLst>
        </pc:spChg>
        <pc:spChg chg="mod">
          <ac:chgData name="Pablo Lopez Martinez" userId="1137ef9a-7c58-45bf-bda5-57d223aab176" providerId="ADAL" clId="{9962952C-F1D8-4409-A215-673466805E13}" dt="2026-07-03T10:18:49.963" v="252" actId="1076"/>
          <ac:spMkLst>
            <pc:docMk/>
            <pc:sldMk cId="0" sldId="266"/>
            <ac:spMk id="21" creationId="{00000000-0000-0000-0000-000000000000}"/>
          </ac:spMkLst>
        </pc:spChg>
        <pc:spChg chg="mod">
          <ac:chgData name="Pablo Lopez Martinez" userId="1137ef9a-7c58-45bf-bda5-57d223aab176" providerId="ADAL" clId="{9962952C-F1D8-4409-A215-673466805E13}" dt="2026-07-07T22:32:31.290" v="1270" actId="20577"/>
          <ac:spMkLst>
            <pc:docMk/>
            <pc:sldMk cId="0" sldId="266"/>
            <ac:spMk id="22" creationId="{00000000-0000-0000-0000-000000000000}"/>
          </ac:spMkLst>
        </pc:spChg>
        <pc:spChg chg="mod">
          <ac:chgData name="Pablo Lopez Martinez" userId="1137ef9a-7c58-45bf-bda5-57d223aab176" providerId="ADAL" clId="{9962952C-F1D8-4409-A215-673466805E13}" dt="2026-07-06T09:27:06.288" v="1029" actId="20577"/>
          <ac:spMkLst>
            <pc:docMk/>
            <pc:sldMk cId="0" sldId="266"/>
            <ac:spMk id="23" creationId="{00000000-0000-0000-0000-000000000000}"/>
          </ac:spMkLst>
        </pc:spChg>
        <pc:picChg chg="add mod">
          <ac:chgData name="Pablo Lopez Martinez" userId="1137ef9a-7c58-45bf-bda5-57d223aab176" providerId="ADAL" clId="{9962952C-F1D8-4409-A215-673466805E13}" dt="2026-07-03T10:18:33.811" v="251" actId="1076"/>
          <ac:picMkLst>
            <pc:docMk/>
            <pc:sldMk cId="0" sldId="266"/>
            <ac:picMk id="24" creationId="{7382E5F6-6018-70C6-A364-58821D70F777}"/>
          </ac:picMkLst>
        </pc:picChg>
      </pc:sldChg>
      <pc:sldChg chg="addSp delSp modSp mod">
        <pc:chgData name="Pablo Lopez Martinez" userId="1137ef9a-7c58-45bf-bda5-57d223aab176" providerId="ADAL" clId="{9962952C-F1D8-4409-A215-673466805E13}" dt="2026-07-08T08:12:50.401" v="1305" actId="20577"/>
        <pc:sldMkLst>
          <pc:docMk/>
          <pc:sldMk cId="0" sldId="267"/>
        </pc:sldMkLst>
        <pc:spChg chg="mod">
          <ac:chgData name="Pablo Lopez Martinez" userId="1137ef9a-7c58-45bf-bda5-57d223aab176" providerId="ADAL" clId="{9962952C-F1D8-4409-A215-673466805E13}" dt="2026-07-03T17:46:06.956" v="712" actId="20577"/>
          <ac:spMkLst>
            <pc:docMk/>
            <pc:sldMk cId="0" sldId="267"/>
            <ac:spMk id="5" creationId="{00000000-0000-0000-0000-000000000000}"/>
          </ac:spMkLst>
        </pc:spChg>
        <pc:spChg chg="mod">
          <ac:chgData name="Pablo Lopez Martinez" userId="1137ef9a-7c58-45bf-bda5-57d223aab176" providerId="ADAL" clId="{9962952C-F1D8-4409-A215-673466805E13}" dt="2026-07-02T10:48:46.765" v="18" actId="1076"/>
          <ac:spMkLst>
            <pc:docMk/>
            <pc:sldMk cId="0" sldId="267"/>
            <ac:spMk id="11" creationId="{00000000-0000-0000-0000-000000000000}"/>
          </ac:spMkLst>
        </pc:spChg>
        <pc:spChg chg="mod">
          <ac:chgData name="Pablo Lopez Martinez" userId="1137ef9a-7c58-45bf-bda5-57d223aab176" providerId="ADAL" clId="{9962952C-F1D8-4409-A215-673466805E13}" dt="2026-07-02T10:48:46.765" v="18" actId="1076"/>
          <ac:spMkLst>
            <pc:docMk/>
            <pc:sldMk cId="0" sldId="267"/>
            <ac:spMk id="12" creationId="{00000000-0000-0000-0000-000000000000}"/>
          </ac:spMkLst>
        </pc:spChg>
        <pc:spChg chg="mod">
          <ac:chgData name="Pablo Lopez Martinez" userId="1137ef9a-7c58-45bf-bda5-57d223aab176" providerId="ADAL" clId="{9962952C-F1D8-4409-A215-673466805E13}" dt="2026-07-02T10:49:53.203" v="39" actId="14100"/>
          <ac:spMkLst>
            <pc:docMk/>
            <pc:sldMk cId="0" sldId="267"/>
            <ac:spMk id="13" creationId="{00000000-0000-0000-0000-000000000000}"/>
          </ac:spMkLst>
        </pc:spChg>
        <pc:spChg chg="mod">
          <ac:chgData name="Pablo Lopez Martinez" userId="1137ef9a-7c58-45bf-bda5-57d223aab176" providerId="ADAL" clId="{9962952C-F1D8-4409-A215-673466805E13}" dt="2026-07-02T10:48:46.765" v="18" actId="1076"/>
          <ac:spMkLst>
            <pc:docMk/>
            <pc:sldMk cId="0" sldId="267"/>
            <ac:spMk id="14" creationId="{00000000-0000-0000-0000-000000000000}"/>
          </ac:spMkLst>
        </pc:spChg>
        <pc:spChg chg="mod">
          <ac:chgData name="Pablo Lopez Martinez" userId="1137ef9a-7c58-45bf-bda5-57d223aab176" providerId="ADAL" clId="{9962952C-F1D8-4409-A215-673466805E13}" dt="2026-07-02T10:48:46.765" v="18" actId="1076"/>
          <ac:spMkLst>
            <pc:docMk/>
            <pc:sldMk cId="0" sldId="267"/>
            <ac:spMk id="15" creationId="{00000000-0000-0000-0000-000000000000}"/>
          </ac:spMkLst>
        </pc:spChg>
        <pc:spChg chg="mod">
          <ac:chgData name="Pablo Lopez Martinez" userId="1137ef9a-7c58-45bf-bda5-57d223aab176" providerId="ADAL" clId="{9962952C-F1D8-4409-A215-673466805E13}" dt="2026-07-02T10:48:46.765" v="18" actId="1076"/>
          <ac:spMkLst>
            <pc:docMk/>
            <pc:sldMk cId="0" sldId="267"/>
            <ac:spMk id="17" creationId="{00000000-0000-0000-0000-000000000000}"/>
          </ac:spMkLst>
        </pc:spChg>
        <pc:spChg chg="mod">
          <ac:chgData name="Pablo Lopez Martinez" userId="1137ef9a-7c58-45bf-bda5-57d223aab176" providerId="ADAL" clId="{9962952C-F1D8-4409-A215-673466805E13}" dt="2026-07-08T08:12:50.401" v="1305" actId="20577"/>
          <ac:spMkLst>
            <pc:docMk/>
            <pc:sldMk cId="0" sldId="267"/>
            <ac:spMk id="18" creationId="{00000000-0000-0000-0000-000000000000}"/>
          </ac:spMkLst>
        </pc:spChg>
        <pc:spChg chg="mod">
          <ac:chgData name="Pablo Lopez Martinez" userId="1137ef9a-7c58-45bf-bda5-57d223aab176" providerId="ADAL" clId="{9962952C-F1D8-4409-A215-673466805E13}" dt="2026-07-03T10:15:06.166" v="216" actId="208"/>
          <ac:spMkLst>
            <pc:docMk/>
            <pc:sldMk cId="0" sldId="267"/>
            <ac:spMk id="20" creationId="{00000000-0000-0000-0000-000000000000}"/>
          </ac:spMkLst>
        </pc:spChg>
        <pc:spChg chg="mod">
          <ac:chgData name="Pablo Lopez Martinez" userId="1137ef9a-7c58-45bf-bda5-57d223aab176" providerId="ADAL" clId="{9962952C-F1D8-4409-A215-673466805E13}" dt="2026-07-03T10:15:25.731" v="221" actId="207"/>
          <ac:spMkLst>
            <pc:docMk/>
            <pc:sldMk cId="0" sldId="267"/>
            <ac:spMk id="21" creationId="{00000000-0000-0000-0000-000000000000}"/>
          </ac:spMkLst>
        </pc:spChg>
        <pc:spChg chg="mod">
          <ac:chgData name="Pablo Lopez Martinez" userId="1137ef9a-7c58-45bf-bda5-57d223aab176" providerId="ADAL" clId="{9962952C-F1D8-4409-A215-673466805E13}" dt="2026-07-03T10:15:02.185" v="215" actId="208"/>
          <ac:spMkLst>
            <pc:docMk/>
            <pc:sldMk cId="0" sldId="267"/>
            <ac:spMk id="22" creationId="{00000000-0000-0000-0000-000000000000}"/>
          </ac:spMkLst>
        </pc:spChg>
        <pc:spChg chg="mod">
          <ac:chgData name="Pablo Lopez Martinez" userId="1137ef9a-7c58-45bf-bda5-57d223aab176" providerId="ADAL" clId="{9962952C-F1D8-4409-A215-673466805E13}" dt="2026-07-02T10:50:38.971" v="47" actId="1076"/>
          <ac:spMkLst>
            <pc:docMk/>
            <pc:sldMk cId="0" sldId="267"/>
            <ac:spMk id="23" creationId="{00000000-0000-0000-0000-000000000000}"/>
          </ac:spMkLst>
        </pc:spChg>
        <pc:spChg chg="mod">
          <ac:chgData name="Pablo Lopez Martinez" userId="1137ef9a-7c58-45bf-bda5-57d223aab176" providerId="ADAL" clId="{9962952C-F1D8-4409-A215-673466805E13}" dt="2026-07-02T10:31:19.571" v="2" actId="207"/>
          <ac:spMkLst>
            <pc:docMk/>
            <pc:sldMk cId="0" sldId="267"/>
            <ac:spMk id="25" creationId="{00000000-0000-0000-0000-000000000000}"/>
          </ac:spMkLst>
        </pc:spChg>
        <pc:spChg chg="mod">
          <ac:chgData name="Pablo Lopez Martinez" userId="1137ef9a-7c58-45bf-bda5-57d223aab176" providerId="ADAL" clId="{9962952C-F1D8-4409-A215-673466805E13}" dt="2026-07-02T10:31:26.575" v="3" actId="207"/>
          <ac:spMkLst>
            <pc:docMk/>
            <pc:sldMk cId="0" sldId="267"/>
            <ac:spMk id="27" creationId="{00000000-0000-0000-0000-000000000000}"/>
          </ac:spMkLst>
        </pc:spChg>
        <pc:spChg chg="mod">
          <ac:chgData name="Pablo Lopez Martinez" userId="1137ef9a-7c58-45bf-bda5-57d223aab176" providerId="ADAL" clId="{9962952C-F1D8-4409-A215-673466805E13}" dt="2026-07-06T09:27:09.307" v="1031" actId="20577"/>
          <ac:spMkLst>
            <pc:docMk/>
            <pc:sldMk cId="0" sldId="267"/>
            <ac:spMk id="29" creationId="{00000000-0000-0000-0000-000000000000}"/>
          </ac:spMkLst>
        </pc:spChg>
        <pc:spChg chg="add mod">
          <ac:chgData name="Pablo Lopez Martinez" userId="1137ef9a-7c58-45bf-bda5-57d223aab176" providerId="ADAL" clId="{9962952C-F1D8-4409-A215-673466805E13}" dt="2026-07-02T10:49:50.137" v="38" actId="14100"/>
          <ac:spMkLst>
            <pc:docMk/>
            <pc:sldMk cId="0" sldId="267"/>
            <ac:spMk id="31" creationId="{910E27BE-3D33-4C95-58AA-625EC0FB6126}"/>
          </ac:spMkLst>
        </pc:spChg>
        <pc:spChg chg="add mod">
          <ac:chgData name="Pablo Lopez Martinez" userId="1137ef9a-7c58-45bf-bda5-57d223aab176" providerId="ADAL" clId="{9962952C-F1D8-4409-A215-673466805E13}" dt="2026-07-03T10:14:59.307" v="214" actId="208"/>
          <ac:spMkLst>
            <pc:docMk/>
            <pc:sldMk cId="0" sldId="267"/>
            <ac:spMk id="33" creationId="{1F354CE8-BF1E-3C82-1B7F-219CD73BA29E}"/>
          </ac:spMkLst>
        </pc:spChg>
      </pc:sldChg>
      <pc:sldChg chg="addSp delSp modSp mod">
        <pc:chgData name="Pablo Lopez Martinez" userId="1137ef9a-7c58-45bf-bda5-57d223aab176" providerId="ADAL" clId="{9962952C-F1D8-4409-A215-673466805E13}" dt="2026-07-07T08:26:35.961" v="1254" actId="790"/>
        <pc:sldMkLst>
          <pc:docMk/>
          <pc:sldMk cId="0" sldId="268"/>
        </pc:sldMkLst>
        <pc:spChg chg="mod">
          <ac:chgData name="Pablo Lopez Martinez" userId="1137ef9a-7c58-45bf-bda5-57d223aab176" providerId="ADAL" clId="{9962952C-F1D8-4409-A215-673466805E13}" dt="2026-07-03T17:46:14.422" v="713" actId="6549"/>
          <ac:spMkLst>
            <pc:docMk/>
            <pc:sldMk cId="0" sldId="268"/>
            <ac:spMk id="5" creationId="{00000000-0000-0000-0000-000000000000}"/>
          </ac:spMkLst>
        </pc:spChg>
        <pc:spChg chg="mod">
          <ac:chgData name="Pablo Lopez Martinez" userId="1137ef9a-7c58-45bf-bda5-57d223aab176" providerId="ADAL" clId="{9962952C-F1D8-4409-A215-673466805E13}" dt="2026-07-03T10:22:07.780" v="256" actId="6549"/>
          <ac:spMkLst>
            <pc:docMk/>
            <pc:sldMk cId="0" sldId="268"/>
            <ac:spMk id="8" creationId="{00000000-0000-0000-0000-000000000000}"/>
          </ac:spMkLst>
        </pc:spChg>
        <pc:spChg chg="mod">
          <ac:chgData name="Pablo Lopez Martinez" userId="1137ef9a-7c58-45bf-bda5-57d223aab176" providerId="ADAL" clId="{9962952C-F1D8-4409-A215-673466805E13}" dt="2026-07-06T15:14:24.003" v="1208" actId="14100"/>
          <ac:spMkLst>
            <pc:docMk/>
            <pc:sldMk cId="0" sldId="268"/>
            <ac:spMk id="9" creationId="{00000000-0000-0000-0000-000000000000}"/>
          </ac:spMkLst>
        </pc:spChg>
        <pc:spChg chg="mod">
          <ac:chgData name="Pablo Lopez Martinez" userId="1137ef9a-7c58-45bf-bda5-57d223aab176" providerId="ADAL" clId="{9962952C-F1D8-4409-A215-673466805E13}" dt="2026-07-07T08:26:35.961" v="1254" actId="790"/>
          <ac:spMkLst>
            <pc:docMk/>
            <pc:sldMk cId="0" sldId="268"/>
            <ac:spMk id="13" creationId="{00000000-0000-0000-0000-000000000000}"/>
          </ac:spMkLst>
        </pc:spChg>
        <pc:spChg chg="mod">
          <ac:chgData name="Pablo Lopez Martinez" userId="1137ef9a-7c58-45bf-bda5-57d223aab176" providerId="ADAL" clId="{9962952C-F1D8-4409-A215-673466805E13}" dt="2026-07-06T15:14:14.986" v="1206" actId="1076"/>
          <ac:spMkLst>
            <pc:docMk/>
            <pc:sldMk cId="0" sldId="268"/>
            <ac:spMk id="14" creationId="{00000000-0000-0000-0000-000000000000}"/>
          </ac:spMkLst>
        </pc:spChg>
        <pc:spChg chg="mod">
          <ac:chgData name="Pablo Lopez Martinez" userId="1137ef9a-7c58-45bf-bda5-57d223aab176" providerId="ADAL" clId="{9962952C-F1D8-4409-A215-673466805E13}" dt="2026-07-06T15:14:14.986" v="1206" actId="1076"/>
          <ac:spMkLst>
            <pc:docMk/>
            <pc:sldMk cId="0" sldId="268"/>
            <ac:spMk id="15" creationId="{00000000-0000-0000-0000-000000000000}"/>
          </ac:spMkLst>
        </pc:spChg>
        <pc:spChg chg="mod">
          <ac:chgData name="Pablo Lopez Martinez" userId="1137ef9a-7c58-45bf-bda5-57d223aab176" providerId="ADAL" clId="{9962952C-F1D8-4409-A215-673466805E13}" dt="2026-07-06T15:14:14.986" v="1206" actId="1076"/>
          <ac:spMkLst>
            <pc:docMk/>
            <pc:sldMk cId="0" sldId="268"/>
            <ac:spMk id="17" creationId="{00000000-0000-0000-0000-000000000000}"/>
          </ac:spMkLst>
        </pc:spChg>
        <pc:spChg chg="mod">
          <ac:chgData name="Pablo Lopez Martinez" userId="1137ef9a-7c58-45bf-bda5-57d223aab176" providerId="ADAL" clId="{9962952C-F1D8-4409-A215-673466805E13}" dt="2026-07-07T08:26:27.942" v="1253" actId="790"/>
          <ac:spMkLst>
            <pc:docMk/>
            <pc:sldMk cId="0" sldId="268"/>
            <ac:spMk id="18" creationId="{00000000-0000-0000-0000-000000000000}"/>
          </ac:spMkLst>
        </pc:spChg>
        <pc:spChg chg="mod">
          <ac:chgData name="Pablo Lopez Martinez" userId="1137ef9a-7c58-45bf-bda5-57d223aab176" providerId="ADAL" clId="{9962952C-F1D8-4409-A215-673466805E13}" dt="2026-07-06T09:27:12.994" v="1033" actId="20577"/>
          <ac:spMkLst>
            <pc:docMk/>
            <pc:sldMk cId="0" sldId="268"/>
            <ac:spMk id="19" creationId="{00000000-0000-0000-0000-000000000000}"/>
          </ac:spMkLst>
        </pc:spChg>
        <pc:picChg chg="mod">
          <ac:chgData name="Pablo Lopez Martinez" userId="1137ef9a-7c58-45bf-bda5-57d223aab176" providerId="ADAL" clId="{9962952C-F1D8-4409-A215-673466805E13}" dt="2026-07-06T15:14:14.986" v="1206" actId="1076"/>
          <ac:picMkLst>
            <pc:docMk/>
            <pc:sldMk cId="0" sldId="268"/>
            <ac:picMk id="16" creationId="{00000000-0000-0000-0000-000000000000}"/>
          </ac:picMkLst>
        </pc:picChg>
        <pc:picChg chg="add mod">
          <ac:chgData name="Pablo Lopez Martinez" userId="1137ef9a-7c58-45bf-bda5-57d223aab176" providerId="ADAL" clId="{9962952C-F1D8-4409-A215-673466805E13}" dt="2026-07-03T10:22:33.253" v="263" actId="1076"/>
          <ac:picMkLst>
            <pc:docMk/>
            <pc:sldMk cId="0" sldId="268"/>
            <ac:picMk id="20" creationId="{D0C86B88-5F02-3D87-D3AD-F20F02378C9C}"/>
          </ac:picMkLst>
        </pc:picChg>
      </pc:sldChg>
      <pc:sldChg chg="modSp mod">
        <pc:chgData name="Pablo Lopez Martinez" userId="1137ef9a-7c58-45bf-bda5-57d223aab176" providerId="ADAL" clId="{9962952C-F1D8-4409-A215-673466805E13}" dt="2026-07-07T08:26:17.023" v="1252" actId="20577"/>
        <pc:sldMkLst>
          <pc:docMk/>
          <pc:sldMk cId="0" sldId="269"/>
        </pc:sldMkLst>
        <pc:spChg chg="mod">
          <ac:chgData name="Pablo Lopez Martinez" userId="1137ef9a-7c58-45bf-bda5-57d223aab176" providerId="ADAL" clId="{9962952C-F1D8-4409-A215-673466805E13}" dt="2026-07-03T17:46:33.824" v="744" actId="790"/>
          <ac:spMkLst>
            <pc:docMk/>
            <pc:sldMk cId="0" sldId="269"/>
            <ac:spMk id="5" creationId="{00000000-0000-0000-0000-000000000000}"/>
          </ac:spMkLst>
        </pc:spChg>
        <pc:spChg chg="mod">
          <ac:chgData name="Pablo Lopez Martinez" userId="1137ef9a-7c58-45bf-bda5-57d223aab176" providerId="ADAL" clId="{9962952C-F1D8-4409-A215-673466805E13}" dt="2026-07-04T10:56:34.782" v="982" actId="20577"/>
          <ac:spMkLst>
            <pc:docMk/>
            <pc:sldMk cId="0" sldId="269"/>
            <ac:spMk id="11" creationId="{00000000-0000-0000-0000-000000000000}"/>
          </ac:spMkLst>
        </pc:spChg>
        <pc:spChg chg="mod">
          <ac:chgData name="Pablo Lopez Martinez" userId="1137ef9a-7c58-45bf-bda5-57d223aab176" providerId="ADAL" clId="{9962952C-F1D8-4409-A215-673466805E13}" dt="2026-07-07T08:26:17.023" v="1252" actId="20577"/>
          <ac:spMkLst>
            <pc:docMk/>
            <pc:sldMk cId="0" sldId="269"/>
            <ac:spMk id="15" creationId="{00000000-0000-0000-0000-000000000000}"/>
          </ac:spMkLst>
        </pc:spChg>
        <pc:spChg chg="mod">
          <ac:chgData name="Pablo Lopez Martinez" userId="1137ef9a-7c58-45bf-bda5-57d223aab176" providerId="ADAL" clId="{9962952C-F1D8-4409-A215-673466805E13}" dt="2026-07-06T09:27:16.189" v="1035" actId="20577"/>
          <ac:spMkLst>
            <pc:docMk/>
            <pc:sldMk cId="0" sldId="269"/>
            <ac:spMk id="16" creationId="{00000000-0000-0000-0000-000000000000}"/>
          </ac:spMkLst>
        </pc:spChg>
      </pc:sldChg>
      <pc:sldChg chg="delSp modSp mod setBg delAnim chgLayout">
        <pc:chgData name="Pablo Lopez Martinez" userId="1137ef9a-7c58-45bf-bda5-57d223aab176" providerId="ADAL" clId="{9962952C-F1D8-4409-A215-673466805E13}" dt="2026-07-06T09:27:19.776" v="1037" actId="20577"/>
        <pc:sldMkLst>
          <pc:docMk/>
          <pc:sldMk cId="0" sldId="270"/>
        </pc:sldMkLst>
        <pc:spChg chg="mod">
          <ac:chgData name="Pablo Lopez Martinez" userId="1137ef9a-7c58-45bf-bda5-57d223aab176" providerId="ADAL" clId="{9962952C-F1D8-4409-A215-673466805E13}" dt="2026-07-03T17:48:14.867" v="760" actId="1076"/>
          <ac:spMkLst>
            <pc:docMk/>
            <pc:sldMk cId="0" sldId="270"/>
            <ac:spMk id="2" creationId="{00000000-0000-0000-0000-000000000000}"/>
          </ac:spMkLst>
        </pc:spChg>
        <pc:spChg chg="mod">
          <ac:chgData name="Pablo Lopez Martinez" userId="1137ef9a-7c58-45bf-bda5-57d223aab176" providerId="ADAL" clId="{9962952C-F1D8-4409-A215-673466805E13}" dt="2026-07-03T17:48:14.867" v="760" actId="1076"/>
          <ac:spMkLst>
            <pc:docMk/>
            <pc:sldMk cId="0" sldId="270"/>
            <ac:spMk id="3" creationId="{00000000-0000-0000-0000-000000000000}"/>
          </ac:spMkLst>
        </pc:spChg>
        <pc:spChg chg="mod">
          <ac:chgData name="Pablo Lopez Martinez" userId="1137ef9a-7c58-45bf-bda5-57d223aab176" providerId="ADAL" clId="{9962952C-F1D8-4409-A215-673466805E13}" dt="2026-07-03T17:48:14.867" v="760" actId="1076"/>
          <ac:spMkLst>
            <pc:docMk/>
            <pc:sldMk cId="0" sldId="270"/>
            <ac:spMk id="4" creationId="{00000000-0000-0000-0000-000000000000}"/>
          </ac:spMkLst>
        </pc:spChg>
        <pc:spChg chg="mod">
          <ac:chgData name="Pablo Lopez Martinez" userId="1137ef9a-7c58-45bf-bda5-57d223aab176" providerId="ADAL" clId="{9962952C-F1D8-4409-A215-673466805E13}" dt="2026-07-06T09:27:19.776" v="1037" actId="20577"/>
          <ac:spMkLst>
            <pc:docMk/>
            <pc:sldMk cId="0" sldId="270"/>
            <ac:spMk id="17" creationId="{00000000-0000-0000-0000-000000000000}"/>
          </ac:spMkLst>
        </pc:spChg>
      </pc:sldChg>
      <pc:sldChg chg="addSp delSp modSp mod">
        <pc:chgData name="Pablo Lopez Martinez" userId="1137ef9a-7c58-45bf-bda5-57d223aab176" providerId="ADAL" clId="{9962952C-F1D8-4409-A215-673466805E13}" dt="2026-07-08T08:13:19.265" v="1307" actId="20577"/>
        <pc:sldMkLst>
          <pc:docMk/>
          <pc:sldMk cId="0" sldId="271"/>
        </pc:sldMkLst>
        <pc:spChg chg="mod">
          <ac:chgData name="Pablo Lopez Martinez" userId="1137ef9a-7c58-45bf-bda5-57d223aab176" providerId="ADAL" clId="{9962952C-F1D8-4409-A215-673466805E13}" dt="2026-07-07T22:33:49.232" v="1294" actId="20577"/>
          <ac:spMkLst>
            <pc:docMk/>
            <pc:sldMk cId="0" sldId="271"/>
            <ac:spMk id="14" creationId="{00000000-0000-0000-0000-000000000000}"/>
          </ac:spMkLst>
        </pc:spChg>
        <pc:spChg chg="mod">
          <ac:chgData name="Pablo Lopez Martinez" userId="1137ef9a-7c58-45bf-bda5-57d223aab176" providerId="ADAL" clId="{9962952C-F1D8-4409-A215-673466805E13}" dt="2026-07-03T17:36:12.701" v="707" actId="1076"/>
          <ac:spMkLst>
            <pc:docMk/>
            <pc:sldMk cId="0" sldId="271"/>
            <ac:spMk id="18" creationId="{00000000-0000-0000-0000-000000000000}"/>
          </ac:spMkLst>
        </pc:spChg>
        <pc:spChg chg="mod">
          <ac:chgData name="Pablo Lopez Martinez" userId="1137ef9a-7c58-45bf-bda5-57d223aab176" providerId="ADAL" clId="{9962952C-F1D8-4409-A215-673466805E13}" dt="2026-07-03T17:35:24.005" v="700" actId="1076"/>
          <ac:spMkLst>
            <pc:docMk/>
            <pc:sldMk cId="0" sldId="271"/>
            <ac:spMk id="19" creationId="{00000000-0000-0000-0000-000000000000}"/>
          </ac:spMkLst>
        </pc:spChg>
        <pc:spChg chg="mod">
          <ac:chgData name="Pablo Lopez Martinez" userId="1137ef9a-7c58-45bf-bda5-57d223aab176" providerId="ADAL" clId="{9962952C-F1D8-4409-A215-673466805E13}" dt="2026-07-03T17:35:17.376" v="699" actId="1076"/>
          <ac:spMkLst>
            <pc:docMk/>
            <pc:sldMk cId="0" sldId="271"/>
            <ac:spMk id="21" creationId="{00000000-0000-0000-0000-000000000000}"/>
          </ac:spMkLst>
        </pc:spChg>
        <pc:spChg chg="mod">
          <ac:chgData name="Pablo Lopez Martinez" userId="1137ef9a-7c58-45bf-bda5-57d223aab176" providerId="ADAL" clId="{9962952C-F1D8-4409-A215-673466805E13}" dt="2026-07-07T22:33:41.529" v="1293" actId="123"/>
          <ac:spMkLst>
            <pc:docMk/>
            <pc:sldMk cId="0" sldId="271"/>
            <ac:spMk id="22" creationId="{00000000-0000-0000-0000-000000000000}"/>
          </ac:spMkLst>
        </pc:spChg>
        <pc:spChg chg="mod">
          <ac:chgData name="Pablo Lopez Martinez" userId="1137ef9a-7c58-45bf-bda5-57d223aab176" providerId="ADAL" clId="{9962952C-F1D8-4409-A215-673466805E13}" dt="2026-07-06T09:27:32.566" v="1039" actId="20577"/>
          <ac:spMkLst>
            <pc:docMk/>
            <pc:sldMk cId="0" sldId="271"/>
            <ac:spMk id="23" creationId="{00000000-0000-0000-0000-000000000000}"/>
          </ac:spMkLst>
        </pc:spChg>
        <pc:spChg chg="add mod">
          <ac:chgData name="Pablo Lopez Martinez" userId="1137ef9a-7c58-45bf-bda5-57d223aab176" providerId="ADAL" clId="{9962952C-F1D8-4409-A215-673466805E13}" dt="2026-07-03T17:35:45.381" v="702" actId="1076"/>
          <ac:spMkLst>
            <pc:docMk/>
            <pc:sldMk cId="0" sldId="271"/>
            <ac:spMk id="25" creationId="{D4AED0EB-9CFA-A0DE-E727-C57CF4C45F7B}"/>
          </ac:spMkLst>
        </pc:spChg>
        <pc:spChg chg="add mod">
          <ac:chgData name="Pablo Lopez Martinez" userId="1137ef9a-7c58-45bf-bda5-57d223aab176" providerId="ADAL" clId="{9962952C-F1D8-4409-A215-673466805E13}" dt="2026-07-03T17:54:00.117" v="918" actId="20577"/>
          <ac:spMkLst>
            <pc:docMk/>
            <pc:sldMk cId="0" sldId="271"/>
            <ac:spMk id="27" creationId="{6F52A891-0C7A-0C43-C466-48D9DD3B2ECB}"/>
          </ac:spMkLst>
        </pc:spChg>
        <pc:spChg chg="add mod">
          <ac:chgData name="Pablo Lopez Martinez" userId="1137ef9a-7c58-45bf-bda5-57d223aab176" providerId="ADAL" clId="{9962952C-F1D8-4409-A215-673466805E13}" dt="2026-07-03T17:53:56.321" v="914" actId="20577"/>
          <ac:spMkLst>
            <pc:docMk/>
            <pc:sldMk cId="0" sldId="271"/>
            <ac:spMk id="29" creationId="{5F6B0DCB-2762-2E09-44F8-D92CFCBB9C6F}"/>
          </ac:spMkLst>
        </pc:spChg>
        <pc:spChg chg="add mod">
          <ac:chgData name="Pablo Lopez Martinez" userId="1137ef9a-7c58-45bf-bda5-57d223aab176" providerId="ADAL" clId="{9962952C-F1D8-4409-A215-673466805E13}" dt="2026-07-07T22:32:43.267" v="1272" actId="1076"/>
          <ac:spMkLst>
            <pc:docMk/>
            <pc:sldMk cId="0" sldId="271"/>
            <ac:spMk id="31" creationId="{ED22093D-59B5-6B9B-385D-E5631C76C053}"/>
          </ac:spMkLst>
        </pc:spChg>
        <pc:spChg chg="add mod">
          <ac:chgData name="Pablo Lopez Martinez" userId="1137ef9a-7c58-45bf-bda5-57d223aab176" providerId="ADAL" clId="{9962952C-F1D8-4409-A215-673466805E13}" dt="2026-07-08T08:13:19.265" v="1307" actId="20577"/>
          <ac:spMkLst>
            <pc:docMk/>
            <pc:sldMk cId="0" sldId="271"/>
            <ac:spMk id="33" creationId="{746E7DB3-4E5C-B578-544E-7AECFE06DDCB}"/>
          </ac:spMkLst>
        </pc:spChg>
        <pc:spChg chg="add mod">
          <ac:chgData name="Pablo Lopez Martinez" userId="1137ef9a-7c58-45bf-bda5-57d223aab176" providerId="ADAL" clId="{9962952C-F1D8-4409-A215-673466805E13}" dt="2026-07-07T22:32:47.976" v="1288" actId="20577"/>
          <ac:spMkLst>
            <pc:docMk/>
            <pc:sldMk cId="0" sldId="271"/>
            <ac:spMk id="35" creationId="{54646262-6B01-74A5-C787-A2B9BF8624C2}"/>
          </ac:spMkLst>
        </pc:spChg>
        <pc:picChg chg="mod">
          <ac:chgData name="Pablo Lopez Martinez" userId="1137ef9a-7c58-45bf-bda5-57d223aab176" providerId="ADAL" clId="{9962952C-F1D8-4409-A215-673466805E13}" dt="2026-07-03T17:35:24.005" v="700" actId="1076"/>
          <ac:picMkLst>
            <pc:docMk/>
            <pc:sldMk cId="0" sldId="271"/>
            <ac:picMk id="20" creationId="{00000000-0000-0000-0000-000000000000}"/>
          </ac:picMkLst>
        </pc:picChg>
      </pc:sldChg>
      <pc:sldChg chg="modSp mod">
        <pc:chgData name="Pablo Lopez Martinez" userId="1137ef9a-7c58-45bf-bda5-57d223aab176" providerId="ADAL" clId="{9962952C-F1D8-4409-A215-673466805E13}" dt="2026-07-06T09:27:38.908" v="1045" actId="20577"/>
        <pc:sldMkLst>
          <pc:docMk/>
          <pc:sldMk cId="0" sldId="272"/>
        </pc:sldMkLst>
        <pc:spChg chg="mod">
          <ac:chgData name="Pablo Lopez Martinez" userId="1137ef9a-7c58-45bf-bda5-57d223aab176" providerId="ADAL" clId="{9962952C-F1D8-4409-A215-673466805E13}" dt="2026-07-04T11:04:33.536" v="983" actId="6549"/>
          <ac:spMkLst>
            <pc:docMk/>
            <pc:sldMk cId="0" sldId="272"/>
            <ac:spMk id="5" creationId="{00000000-0000-0000-0000-000000000000}"/>
          </ac:spMkLst>
        </pc:spChg>
        <pc:spChg chg="mod">
          <ac:chgData name="Pablo Lopez Martinez" userId="1137ef9a-7c58-45bf-bda5-57d223aab176" providerId="ADAL" clId="{9962952C-F1D8-4409-A215-673466805E13}" dt="2026-07-06T09:27:38.908" v="1045" actId="20577"/>
          <ac:spMkLst>
            <pc:docMk/>
            <pc:sldMk cId="0" sldId="272"/>
            <ac:spMk id="21" creationId="{00000000-0000-0000-0000-000000000000}"/>
          </ac:spMkLst>
        </pc:spChg>
      </pc:sldChg>
      <pc:sldChg chg="delSp modSp mod">
        <pc:chgData name="Pablo Lopez Martinez" userId="1137ef9a-7c58-45bf-bda5-57d223aab176" providerId="ADAL" clId="{9962952C-F1D8-4409-A215-673466805E13}" dt="2026-07-03T17:58:06.642" v="978" actId="1076"/>
        <pc:sldMkLst>
          <pc:docMk/>
          <pc:sldMk cId="0" sldId="273"/>
        </pc:sldMkLst>
        <pc:spChg chg="mod">
          <ac:chgData name="Pablo Lopez Martinez" userId="1137ef9a-7c58-45bf-bda5-57d223aab176" providerId="ADAL" clId="{9962952C-F1D8-4409-A215-673466805E13}" dt="2026-07-03T17:57:28.708" v="973" actId="790"/>
          <ac:spMkLst>
            <pc:docMk/>
            <pc:sldMk cId="0" sldId="273"/>
            <ac:spMk id="5" creationId="{00000000-0000-0000-0000-000000000000}"/>
          </ac:spMkLst>
        </pc:spChg>
        <pc:spChg chg="mod">
          <ac:chgData name="Pablo Lopez Martinez" userId="1137ef9a-7c58-45bf-bda5-57d223aab176" providerId="ADAL" clId="{9962952C-F1D8-4409-A215-673466805E13}" dt="2026-07-03T17:57:59.047" v="976" actId="1076"/>
          <ac:spMkLst>
            <pc:docMk/>
            <pc:sldMk cId="0" sldId="273"/>
            <ac:spMk id="6" creationId="{00000000-0000-0000-0000-000000000000}"/>
          </ac:spMkLst>
        </pc:spChg>
        <pc:spChg chg="mod">
          <ac:chgData name="Pablo Lopez Martinez" userId="1137ef9a-7c58-45bf-bda5-57d223aab176" providerId="ADAL" clId="{9962952C-F1D8-4409-A215-673466805E13}" dt="2026-07-03T17:58:06.642" v="978" actId="1076"/>
          <ac:spMkLst>
            <pc:docMk/>
            <pc:sldMk cId="0" sldId="273"/>
            <ac:spMk id="7" creationId="{00000000-0000-0000-0000-000000000000}"/>
          </ac:spMkLst>
        </pc:spChg>
        <pc:spChg chg="mod">
          <ac:chgData name="Pablo Lopez Martinez" userId="1137ef9a-7c58-45bf-bda5-57d223aab176" providerId="ADAL" clId="{9962952C-F1D8-4409-A215-673466805E13}" dt="2026-07-03T17:57:45.119" v="974" actId="6549"/>
          <ac:spMkLst>
            <pc:docMk/>
            <pc:sldMk cId="0" sldId="273"/>
            <ac:spMk id="8" creationId="{00000000-0000-0000-0000-000000000000}"/>
          </ac:spMkLst>
        </pc:spChg>
      </pc:sldChg>
      <pc:sldChg chg="addSp delSp modSp add del mod ord setBg">
        <pc:chgData name="Pablo Lopez Martinez" userId="1137ef9a-7c58-45bf-bda5-57d223aab176" providerId="ADAL" clId="{9962952C-F1D8-4409-A215-673466805E13}" dt="2026-07-03T17:08:13.775" v="462" actId="20577"/>
        <pc:sldMkLst>
          <pc:docMk/>
          <pc:sldMk cId="0" sldId="274"/>
        </pc:sldMkLst>
        <pc:spChg chg="mod">
          <ac:chgData name="Pablo Lopez Martinez" userId="1137ef9a-7c58-45bf-bda5-57d223aab176" providerId="ADAL" clId="{9962952C-F1D8-4409-A215-673466805E13}" dt="2026-07-03T16:58:02.709" v="326" actId="20577"/>
          <ac:spMkLst>
            <pc:docMk/>
            <pc:sldMk cId="0" sldId="274"/>
            <ac:spMk id="4" creationId="{00000000-0000-0000-0000-000000000000}"/>
          </ac:spMkLst>
        </pc:spChg>
        <pc:spChg chg="mod">
          <ac:chgData name="Pablo Lopez Martinez" userId="1137ef9a-7c58-45bf-bda5-57d223aab176" providerId="ADAL" clId="{9962952C-F1D8-4409-A215-673466805E13}" dt="2026-07-03T17:06:40.417" v="449" actId="1076"/>
          <ac:spMkLst>
            <pc:docMk/>
            <pc:sldMk cId="0" sldId="274"/>
            <ac:spMk id="5" creationId="{00000000-0000-0000-0000-000000000000}"/>
          </ac:spMkLst>
        </pc:spChg>
        <pc:spChg chg="mod">
          <ac:chgData name="Pablo Lopez Martinez" userId="1137ef9a-7c58-45bf-bda5-57d223aab176" providerId="ADAL" clId="{9962952C-F1D8-4409-A215-673466805E13}" dt="2026-07-03T16:58:47.318" v="336" actId="6549"/>
          <ac:spMkLst>
            <pc:docMk/>
            <pc:sldMk cId="0" sldId="274"/>
            <ac:spMk id="8" creationId="{00000000-0000-0000-0000-000000000000}"/>
          </ac:spMkLst>
        </pc:spChg>
        <pc:spChg chg="mod">
          <ac:chgData name="Pablo Lopez Martinez" userId="1137ef9a-7c58-45bf-bda5-57d223aab176" providerId="ADAL" clId="{9962952C-F1D8-4409-A215-673466805E13}" dt="2026-07-03T17:07:13.102" v="453" actId="1076"/>
          <ac:spMkLst>
            <pc:docMk/>
            <pc:sldMk cId="0" sldId="274"/>
            <ac:spMk id="13" creationId="{00000000-0000-0000-0000-000000000000}"/>
          </ac:spMkLst>
        </pc:spChg>
        <pc:spChg chg="mod">
          <ac:chgData name="Pablo Lopez Martinez" userId="1137ef9a-7c58-45bf-bda5-57d223aab176" providerId="ADAL" clId="{9962952C-F1D8-4409-A215-673466805E13}" dt="2026-07-03T16:58:51.521" v="338" actId="6549"/>
          <ac:spMkLst>
            <pc:docMk/>
            <pc:sldMk cId="0" sldId="274"/>
            <ac:spMk id="16" creationId="{00000000-0000-0000-0000-000000000000}"/>
          </ac:spMkLst>
        </pc:spChg>
        <pc:spChg chg="mod">
          <ac:chgData name="Pablo Lopez Martinez" userId="1137ef9a-7c58-45bf-bda5-57d223aab176" providerId="ADAL" clId="{9962952C-F1D8-4409-A215-673466805E13}" dt="2026-07-03T17:08:13.775" v="462" actId="20577"/>
          <ac:spMkLst>
            <pc:docMk/>
            <pc:sldMk cId="0" sldId="274"/>
            <ac:spMk id="17" creationId="{00000000-0000-0000-0000-000000000000}"/>
          </ac:spMkLst>
        </pc:spChg>
        <pc:spChg chg="add mod">
          <ac:chgData name="Pablo Lopez Martinez" userId="1137ef9a-7c58-45bf-bda5-57d223aab176" providerId="ADAL" clId="{9962952C-F1D8-4409-A215-673466805E13}" dt="2026-07-03T17:07:31.168" v="456" actId="14100"/>
          <ac:spMkLst>
            <pc:docMk/>
            <pc:sldMk cId="0" sldId="274"/>
            <ac:spMk id="23" creationId="{6C8CF1FC-3E78-A849-1CC8-35B05D0B8EAE}"/>
          </ac:spMkLst>
        </pc:spChg>
        <pc:spChg chg="add mod">
          <ac:chgData name="Pablo Lopez Martinez" userId="1137ef9a-7c58-45bf-bda5-57d223aab176" providerId="ADAL" clId="{9962952C-F1D8-4409-A215-673466805E13}" dt="2026-07-03T17:07:13.102" v="453" actId="1076"/>
          <ac:spMkLst>
            <pc:docMk/>
            <pc:sldMk cId="0" sldId="274"/>
            <ac:spMk id="27" creationId="{42251B39-F146-EA93-4B18-0528CD88D4C7}"/>
          </ac:spMkLst>
        </pc:spChg>
        <pc:picChg chg="add mod">
          <ac:chgData name="Pablo Lopez Martinez" userId="1137ef9a-7c58-45bf-bda5-57d223aab176" providerId="ADAL" clId="{9962952C-F1D8-4409-A215-673466805E13}" dt="2026-07-03T17:06:54.351" v="450" actId="1076"/>
          <ac:picMkLst>
            <pc:docMk/>
            <pc:sldMk cId="0" sldId="274"/>
            <ac:picMk id="19" creationId="{E8374E33-1808-14A1-E0B8-B85E5FB99C21}"/>
          </ac:picMkLst>
        </pc:picChg>
        <pc:picChg chg="add mod">
          <ac:chgData name="Pablo Lopez Martinez" userId="1137ef9a-7c58-45bf-bda5-57d223aab176" providerId="ADAL" clId="{9962952C-F1D8-4409-A215-673466805E13}" dt="2026-07-03T17:07:13.102" v="453" actId="1076"/>
          <ac:picMkLst>
            <pc:docMk/>
            <pc:sldMk cId="0" sldId="274"/>
            <ac:picMk id="21" creationId="{41F0209D-9A43-1EC6-08D3-0DF80E16A958}"/>
          </ac:picMkLst>
        </pc:picChg>
      </pc:sldChg>
      <pc:sldChg chg="addSp delSp modSp add mod">
        <pc:chgData name="Pablo Lopez Martinez" userId="1137ef9a-7c58-45bf-bda5-57d223aab176" providerId="ADAL" clId="{9962952C-F1D8-4409-A215-673466805E13}" dt="2026-07-07T22:33:30.759" v="1292" actId="1076"/>
        <pc:sldMkLst>
          <pc:docMk/>
          <pc:sldMk cId="3230458489" sldId="275"/>
        </pc:sldMkLst>
        <pc:spChg chg="mod">
          <ac:chgData name="Pablo Lopez Martinez" userId="1137ef9a-7c58-45bf-bda5-57d223aab176" providerId="ADAL" clId="{9962952C-F1D8-4409-A215-673466805E13}" dt="2026-07-03T17:29:51.993" v="504" actId="20577"/>
          <ac:spMkLst>
            <pc:docMk/>
            <pc:sldMk cId="3230458489" sldId="275"/>
            <ac:spMk id="4" creationId="{8EDE70DE-5A4D-7135-3FCF-609EB019678A}"/>
          </ac:spMkLst>
        </pc:spChg>
        <pc:spChg chg="mod">
          <ac:chgData name="Pablo Lopez Martinez" userId="1137ef9a-7c58-45bf-bda5-57d223aab176" providerId="ADAL" clId="{9962952C-F1D8-4409-A215-673466805E13}" dt="2026-07-03T17:30:14.330" v="612" actId="20577"/>
          <ac:spMkLst>
            <pc:docMk/>
            <pc:sldMk cId="3230458489" sldId="275"/>
            <ac:spMk id="5" creationId="{BD7AB5B0-A57E-E4C3-B3EE-3F8F139FF524}"/>
          </ac:spMkLst>
        </pc:spChg>
        <pc:spChg chg="mod">
          <ac:chgData name="Pablo Lopez Martinez" userId="1137ef9a-7c58-45bf-bda5-57d223aab176" providerId="ADAL" clId="{9962952C-F1D8-4409-A215-673466805E13}" dt="2026-07-06T09:27:36.067" v="1041" actId="20577"/>
          <ac:spMkLst>
            <pc:docMk/>
            <pc:sldMk cId="3230458489" sldId="275"/>
            <ac:spMk id="23" creationId="{5536D917-F104-B818-E0FB-6C41D781EB36}"/>
          </ac:spMkLst>
        </pc:spChg>
        <pc:spChg chg="add mod">
          <ac:chgData name="Pablo Lopez Martinez" userId="1137ef9a-7c58-45bf-bda5-57d223aab176" providerId="ADAL" clId="{9962952C-F1D8-4409-A215-673466805E13}" dt="2026-07-03T17:32:31.366" v="657" actId="1076"/>
          <ac:spMkLst>
            <pc:docMk/>
            <pc:sldMk cId="3230458489" sldId="275"/>
            <ac:spMk id="26" creationId="{F45263FD-7BD7-77FE-864B-1989A3D21CAE}"/>
          </ac:spMkLst>
        </pc:spChg>
        <pc:spChg chg="add mod">
          <ac:chgData name="Pablo Lopez Martinez" userId="1137ef9a-7c58-45bf-bda5-57d223aab176" providerId="ADAL" clId="{9962952C-F1D8-4409-A215-673466805E13}" dt="2026-07-03T17:33:09.380" v="675" actId="20577"/>
          <ac:spMkLst>
            <pc:docMk/>
            <pc:sldMk cId="3230458489" sldId="275"/>
            <ac:spMk id="28" creationId="{9745BE31-B721-0AC2-FA7E-BE9E1D3D82C6}"/>
          </ac:spMkLst>
        </pc:spChg>
        <pc:picChg chg="add mod">
          <ac:chgData name="Pablo Lopez Martinez" userId="1137ef9a-7c58-45bf-bda5-57d223aab176" providerId="ADAL" clId="{9962952C-F1D8-4409-A215-673466805E13}" dt="2026-07-07T22:33:17.900" v="1290" actId="1076"/>
          <ac:picMkLst>
            <pc:docMk/>
            <pc:sldMk cId="3230458489" sldId="275"/>
            <ac:picMk id="16" creationId="{B623FE8A-9AEB-BBF8-3DD1-BDA27CBE5BA1}"/>
          </ac:picMkLst>
        </pc:picChg>
        <pc:picChg chg="add mod">
          <ac:chgData name="Pablo Lopez Martinez" userId="1137ef9a-7c58-45bf-bda5-57d223aab176" providerId="ADAL" clId="{9962952C-F1D8-4409-A215-673466805E13}" dt="2026-07-07T22:33:30.759" v="1292" actId="1076"/>
          <ac:picMkLst>
            <pc:docMk/>
            <pc:sldMk cId="3230458489" sldId="275"/>
            <ac:picMk id="24" creationId="{F487EC32-C571-21AE-4CF4-55C7EF0DCFB0}"/>
          </ac:picMkLst>
        </pc:picChg>
      </pc:sldChg>
      <pc:sldChg chg="addSp delSp modSp new mod delAnim modAnim">
        <pc:chgData name="Pablo Lopez Martinez" userId="1137ef9a-7c58-45bf-bda5-57d223aab176" providerId="ADAL" clId="{9962952C-F1D8-4409-A215-673466805E13}" dt="2026-07-06T14:59:48.355" v="1202" actId="1076"/>
        <pc:sldMkLst>
          <pc:docMk/>
          <pc:sldMk cId="2369118721" sldId="276"/>
        </pc:sldMkLst>
        <pc:spChg chg="add mod">
          <ac:chgData name="Pablo Lopez Martinez" userId="1137ef9a-7c58-45bf-bda5-57d223aab176" providerId="ADAL" clId="{9962952C-F1D8-4409-A215-673466805E13}" dt="2026-07-03T17:51:43.036" v="885" actId="20577"/>
          <ac:spMkLst>
            <pc:docMk/>
            <pc:sldMk cId="2369118721" sldId="276"/>
            <ac:spMk id="3" creationId="{2DC09E69-D526-9AB1-EB43-EDB9303994BF}"/>
          </ac:spMkLst>
        </pc:spChg>
        <pc:picChg chg="add mod">
          <ac:chgData name="Pablo Lopez Martinez" userId="1137ef9a-7c58-45bf-bda5-57d223aab176" providerId="ADAL" clId="{9962952C-F1D8-4409-A215-673466805E13}" dt="2026-07-06T14:59:48.355" v="1202" actId="1076"/>
          <ac:picMkLst>
            <pc:docMk/>
            <pc:sldMk cId="2369118721" sldId="276"/>
            <ac:picMk id="5" creationId="{D8766AF4-9148-75D2-C2EE-236791DD977D}"/>
          </ac:picMkLst>
        </pc:picChg>
      </pc:sldChg>
      <pc:sldMasterChg chg="delSldLayout">
        <pc:chgData name="Pablo Lopez Martinez" userId="1137ef9a-7c58-45bf-bda5-57d223aab176" providerId="ADAL" clId="{9962952C-F1D8-4409-A215-673466805E13}" dt="2026-07-03T09:30:19.431" v="54"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8651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Soy Pablo López, TFG dirigido por José Manuel. Idea clave a fijar desde el principio: no es un detector que solo da un veredicto, sino uno que EXPLICA por qué, y validado en condiciones reales de uso. Decir la frase despacio.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 SINCRÓNICO: la indistinguibilidad actual. Interludio didáctico. Un fotograma es real y el otro sintético, SIN indicar cuál. Invita al tribunal a decidir y haz una pausa de 3-4 s antes de revelar la solución de viva voz. Objetivo: instalar de forma vivencial la tesis antes del análisis técnico. Enlaza con la anterior: allí la MAGNITUD del avance (evolución), aquí su CONSECUENCIA perceptiva. Verificar si los fotogramas se corresponden con las Figuras 1 y 2 de la memoria para dar trazabilidad.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Contexto: hace 4 años las GAN daban rostros mediocres; el salto es Sora (feb 2024, difusión). Dato potente: audio sincronizado en 12 meses. Lo clave no es solo calidad, es accesibilidad. Pausa de 3 s sobre las imágenes: que lo intenten y no puedan.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ámbitos, con ritmo. Arup con los 25 M$ como remate. No detenerse en el tercero, nombrarlo serio. Cerrar con el estudio de percepción: no detectan pero creen que sí — combinación perfecta para la desinformación.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buscar con qué entrenar, los datasets públicos estaban obsoletos y sin etiquetar por origen. Eso obligó a construir el dataset manualmente, etiquetado por plataforma. Decisión costosa pero inevitable; sobre esa base realista se levanta todo.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sistema híbrido con veredicto justificado y trazable vía web. Los tres pilares vertebran todo lo demás: interpretable, por plataforma, condiciones reales.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anticipada al '¿por qué no deep learning?': coste + caja negra. Y las soluciones existentes fallan en tres cosas: opacas, de pago y dependientes de la cara. Ese 'dependen de la cara' enlaza con el módulo facial más adelante: yo invierto el enfoque.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vídeo desde la entrada hasta el informe (9 pasos). Insistir en 'detección de origen' (semilla que se recoge en LOPO). Mensaje: esquema modular, cada capa una visión interpretable. La optimización de memoria es recortable si falta tiempo.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recitar las 20+ métricas. Enunciar las tres primeras y desarrollar RUIDO ('demasiado perfecto') y ABERRACIÓN CROMÁTICA ('lente sintética'), que son las que enganchan. Remate: todo esto sin necesidad de que haya una cara en la escena.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Vender el 0,866 con convicción, como un éxito real. Cuanto más lo presentes como bueno, más fuerte el golpe siguiente. Pausa tras la cifra. No anticipar con el tono que viene una trampa.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CLAVE. El AUC de CV solo dice que va bien con lo ya visto. LOPO simula una plataforma nueva. Se desploma a 0,66. Nombre: sesgo de dominio. Imagen que se queda: 'aprobar el examen copiando, no entendiendo'. Pausa. No acelerar aunque se vaya justo.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origen deja de ser un problema y pasa a ser oportunidad. Varios expertos + enrutador; el unificado queda como red de seguridad para origen desconocido. Ventaja: escalable sin rehacer nada. Cierra el círculo con la 'detección de origen' del pipeline.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Recuperar el objetivo: explicar. SHAP traduce el número a lenguaje humano. PUENTE clave (decir): las señales que pesan difieren por plataforma y eso confirma empíricamente el enrutamiento del bloque anterior. Gemini = segunda opinión semántica.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Ritmo ágil: es complementario y está en beta, no debe robar protagonismo. Ser transparente: 'está en beta, sin la validación del núcleo forense; lo presento como evidencia adicional'. Eso desactiva la pregunta incómoda del tribunal. Cierra el hilo del 'dependen de la cara' del bloque 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DECISIÓN PENDIENTE del formato. Recomendación: grabada y editada, narrada en directo (elimina latencia y riesgo de red). Analizar un vídeo real y uno sintético; señalar cómo cambian las señales que pesan. Ensayar la narración tanto como el resto.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Validación sobre holdout independiente por el flujo real (150→139, se descartan corruptos). AUC 0,813; recall 80% tras calibrar el umbral. Honestidad metodológica: primero 57%, se detecta el desequilibrio y se corrige. Especializados &gt; unificado, confirmado.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075B-C218-F2AA-5D52-318B1BB4E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1A890-8570-4E53-CD7E-C5D55665F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2FEAC-FFC9-C937-174A-054198BA866C}"/>
              </a:ext>
            </a:extLst>
          </p:cNvPr>
          <p:cNvSpPr>
            <a:spLocks noGrp="1"/>
          </p:cNvSpPr>
          <p:nvPr>
            <p:ph type="body" idx="1"/>
          </p:nvPr>
        </p:nvSpPr>
        <p:spPr/>
        <p:txBody>
          <a:bodyPr/>
          <a:lstStyle/>
          <a:p>
            <a:r>
              <a:rPr lang="en-US" dirty="0"/>
              <a:t>Validación sobre holdout independiente por el flujo real (150→139, se descartan corruptos). AUC 0,813; recall 80% tras calibrar el umbral. Honestidad metodológica: primero 57%, se detecta el desequilibrio y se corrige. Especializados &gt; unificado, confirmado.</a:t>
            </a:r>
          </a:p>
        </p:txBody>
      </p:sp>
      <p:sp>
        <p:nvSpPr>
          <p:cNvPr id="4" name="Slide Number Placeholder 3">
            <a:extLst>
              <a:ext uri="{FF2B5EF4-FFF2-40B4-BE49-F238E27FC236}">
                <a16:creationId xmlns:a16="http://schemas.microsoft.com/office/drawing/2014/main" id="{04B3F4A0-DF8B-3828-D3DD-B7312AB4EED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426660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Reconocer límites con claridad suma credibilidad: es cribado, no veredicto absoluto; depende de los generadores vistos; latencia en vídeos largos. Esas limitaciones orientan el trabajo futuro (facial, robustez, audio, velocidad).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frase (corregida: 'síntoma', no 'sistema'). No terminar con un 'y ya está'. Cierre rotundo. Tener a mano la munición de preguntas: por qué no CNN, tamaño del dataset, precisión 71%, RGPD del módulo facial, umbral 0,4, y el LimpiadorFeatures dentro de la CV para evitar fuga de datos.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a:effectLst/>
      </p:bgPr>
    </p:bg>
    <p:spTree>
      <p:nvGrpSpPr>
        <p:cNvPr id="1" name=""/>
        <p:cNvGrpSpPr/>
        <p:nvPr/>
      </p:nvGrpSpPr>
      <p:grpSpPr>
        <a:xfrm>
          <a:off x="0" y="0"/>
          <a:ext cx="0" cy="0"/>
          <a:chOff x="0" y="0"/>
          <a:chExt cx="0" cy="0"/>
        </a:xfrm>
      </p:grpSpPr>
      <p:sp>
        <p:nvSpPr>
          <p:cNvPr id="5" name="Text 3"/>
          <p:cNvSpPr/>
          <p:nvPr/>
        </p:nvSpPr>
        <p:spPr>
          <a:xfrm>
            <a:off x="640080" y="1234440"/>
            <a:ext cx="7863840" cy="320040"/>
          </a:xfrm>
          <a:prstGeom prst="rect">
            <a:avLst/>
          </a:prstGeom>
          <a:noFill/>
          <a:ln/>
        </p:spPr>
        <p:txBody>
          <a:bodyPr wrap="square" lIns="0" tIns="0" rIns="0" bIns="0" rtlCol="0" anchor="ctr"/>
          <a:lstStyle/>
          <a:p>
            <a:pPr marL="0" indent="0">
              <a:buNone/>
            </a:pPr>
            <a:endParaRPr lang="en-US" sz="1300" dirty="0"/>
          </a:p>
        </p:txBody>
      </p:sp>
      <p:sp>
        <p:nvSpPr>
          <p:cNvPr id="6" name="Text 4"/>
          <p:cNvSpPr/>
          <p:nvPr/>
        </p:nvSpPr>
        <p:spPr>
          <a:xfrm>
            <a:off x="640080" y="1645920"/>
            <a:ext cx="7955280" cy="1463040"/>
          </a:xfrm>
          <a:prstGeom prst="rect">
            <a:avLst/>
          </a:prstGeom>
          <a:noFill/>
          <a:ln/>
        </p:spPr>
        <p:txBody>
          <a:bodyPr wrap="square" lIns="0" tIns="0" rIns="0" bIns="0" rtlCol="0" anchor="ctr"/>
          <a:lstStyle/>
          <a:p>
            <a:pPr marL="0" indent="0">
              <a:lnSpc>
                <a:spcPct val="102000"/>
              </a:lnSpc>
              <a:buNone/>
            </a:pPr>
            <a:r>
              <a:rPr lang="en-US" sz="3300" b="1" dirty="0">
                <a:solidFill>
                  <a:srgbClr val="FFFFFF"/>
                </a:solidFill>
                <a:latin typeface="Cambria" pitchFamily="34" charset="0"/>
                <a:ea typeface="Cambria" pitchFamily="34" charset="-122"/>
                <a:cs typeface="Cambria" pitchFamily="34" charset="-120"/>
              </a:rPr>
              <a:t>Sistema web de </a:t>
            </a:r>
            <a:r>
              <a:rPr lang="es-ES" sz="3300" b="1" noProof="0" dirty="0">
                <a:solidFill>
                  <a:srgbClr val="FFFFFF"/>
                </a:solidFill>
                <a:latin typeface="Cambria" pitchFamily="34" charset="0"/>
                <a:ea typeface="Cambria" pitchFamily="34" charset="-122"/>
                <a:cs typeface="Cambria" pitchFamily="34" charset="-120"/>
              </a:rPr>
              <a:t>análisis forense </a:t>
            </a:r>
            <a:r>
              <a:rPr lang="en-US" sz="3300" b="1" dirty="0">
                <a:solidFill>
                  <a:srgbClr val="FFFFFF"/>
                </a:solidFill>
                <a:latin typeface="Cambria" pitchFamily="34" charset="0"/>
                <a:ea typeface="Cambria" pitchFamily="34" charset="-122"/>
                <a:cs typeface="Cambria" pitchFamily="34" charset="-120"/>
              </a:rPr>
              <a:t>para la </a:t>
            </a:r>
            <a:r>
              <a:rPr lang="es-ES" sz="3300" b="1" noProof="0" dirty="0">
                <a:solidFill>
                  <a:srgbClr val="FFFFFF"/>
                </a:solidFill>
                <a:latin typeface="Cambria" pitchFamily="34" charset="0"/>
                <a:ea typeface="Cambria" pitchFamily="34" charset="-122"/>
                <a:cs typeface="Cambria" pitchFamily="34" charset="-120"/>
              </a:rPr>
              <a:t>detección</a:t>
            </a:r>
            <a:r>
              <a:rPr lang="en-US" sz="3300" b="1" dirty="0">
                <a:solidFill>
                  <a:srgbClr val="FFFFFF"/>
                </a:solidFill>
                <a:latin typeface="Cambria" pitchFamily="34" charset="0"/>
                <a:ea typeface="Cambria" pitchFamily="34" charset="-122"/>
                <a:cs typeface="Cambria" pitchFamily="34" charset="-120"/>
              </a:rPr>
              <a:t> de vídeo sintético generado por inteligencia artificial</a:t>
            </a:r>
            <a:endParaRPr lang="en-US" sz="3300" dirty="0"/>
          </a:p>
        </p:txBody>
      </p:sp>
      <p:sp>
        <p:nvSpPr>
          <p:cNvPr id="7" name="Shape 5"/>
          <p:cNvSpPr/>
          <p:nvPr/>
        </p:nvSpPr>
        <p:spPr>
          <a:xfrm>
            <a:off x="658368" y="3310128"/>
            <a:ext cx="2194560" cy="0"/>
          </a:xfrm>
          <a:prstGeom prst="line">
            <a:avLst/>
          </a:prstGeom>
          <a:noFill/>
          <a:ln w="19050">
            <a:solidFill>
              <a:srgbClr val="4A78B5"/>
            </a:solidFill>
            <a:prstDash val="solid"/>
          </a:ln>
        </p:spPr>
        <p:txBody>
          <a:bodyPr/>
          <a:lstStyle/>
          <a:p>
            <a:endParaRPr lang="es-ES"/>
          </a:p>
        </p:txBody>
      </p:sp>
      <p:sp>
        <p:nvSpPr>
          <p:cNvPr id="8" name="Text 6"/>
          <p:cNvSpPr/>
          <p:nvPr/>
        </p:nvSpPr>
        <p:spPr>
          <a:xfrm>
            <a:off x="640080" y="3474720"/>
            <a:ext cx="78638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Autor: Pablo López</a:t>
            </a:r>
            <a:r>
              <a:rPr lang="en-US" sz="1600" dirty="0">
                <a:solidFill>
                  <a:srgbClr val="C7D8EE"/>
                </a:solidFill>
                <a:latin typeface="Calibri" pitchFamily="34" charset="0"/>
                <a:ea typeface="Calibri" pitchFamily="34" charset="-122"/>
                <a:cs typeface="Calibri" pitchFamily="34" charset="-120"/>
              </a:rPr>
              <a:t>      </a:t>
            </a:r>
          </a:p>
          <a:p>
            <a:pPr marL="0" indent="0">
              <a:buNone/>
            </a:pPr>
            <a:r>
              <a:rPr lang="en-US" sz="1600" dirty="0">
                <a:solidFill>
                  <a:srgbClr val="C7D8EE"/>
                </a:solidFill>
                <a:latin typeface="Calibri" pitchFamily="34" charset="0"/>
                <a:ea typeface="Calibri" pitchFamily="34" charset="-122"/>
                <a:cs typeface="Calibri" pitchFamily="34" charset="-120"/>
              </a:rPr>
              <a:t>Tutor: José Manuel Giménez Guzmán</a:t>
            </a:r>
            <a:endParaRPr lang="en-US" sz="1600" dirty="0"/>
          </a:p>
        </p:txBody>
      </p:sp>
      <p:sp>
        <p:nvSpPr>
          <p:cNvPr id="9" name="Text 7"/>
          <p:cNvSpPr/>
          <p:nvPr/>
        </p:nvSpPr>
        <p:spPr>
          <a:xfrm>
            <a:off x="640080" y="4526280"/>
            <a:ext cx="7955280" cy="365760"/>
          </a:xfrm>
          <a:prstGeom prst="rect">
            <a:avLst/>
          </a:prstGeom>
          <a:noFill/>
          <a:ln/>
        </p:spPr>
        <p:txBody>
          <a:bodyPr wrap="square" lIns="0" tIns="0" rIns="0" bIns="0" rtlCol="0" anchor="ctr"/>
          <a:lstStyle/>
          <a:p>
            <a:pPr marL="0" indent="0">
              <a:buNone/>
            </a:pPr>
            <a:endParaRPr lang="en-US" sz="1200" dirty="0"/>
          </a:p>
        </p:txBody>
      </p:sp>
      <p:pic>
        <p:nvPicPr>
          <p:cNvPr id="2" name="Imagen 1">
            <a:extLst>
              <a:ext uri="{FF2B5EF4-FFF2-40B4-BE49-F238E27FC236}">
                <a16:creationId xmlns:a16="http://schemas.microsoft.com/office/drawing/2014/main" id="{4E13ED0D-02BD-7940-F083-992D22DDFAAB}"/>
              </a:ext>
            </a:extLst>
          </p:cNvPr>
          <p:cNvPicPr>
            <a:picLocks noChangeAspect="1"/>
          </p:cNvPicPr>
          <p:nvPr/>
        </p:nvPicPr>
        <p:blipFill>
          <a:blip r:embed="rId3"/>
          <a:stretch>
            <a:fillRect/>
          </a:stretch>
        </p:blipFill>
        <p:spPr>
          <a:xfrm>
            <a:off x="436300" y="228600"/>
            <a:ext cx="2194560" cy="775676"/>
          </a:xfrm>
          <a:prstGeom prst="rect">
            <a:avLst/>
          </a:prstGeom>
        </p:spPr>
      </p:pic>
      <p:pic>
        <p:nvPicPr>
          <p:cNvPr id="3" name="Imagen 2">
            <a:extLst>
              <a:ext uri="{FF2B5EF4-FFF2-40B4-BE49-F238E27FC236}">
                <a16:creationId xmlns:a16="http://schemas.microsoft.com/office/drawing/2014/main" id="{D23A591F-EB26-CD9E-B84B-9E035A762143}"/>
              </a:ext>
            </a:extLst>
          </p:cNvPr>
          <p:cNvPicPr>
            <a:picLocks noChangeAspect="1"/>
          </p:cNvPicPr>
          <p:nvPr/>
        </p:nvPicPr>
        <p:blipFill>
          <a:blip r:embed="rId4">
            <a:biLevel thresh="25000"/>
          </a:blip>
          <a:stretch>
            <a:fillRect/>
          </a:stretch>
        </p:blipFill>
        <p:spPr>
          <a:xfrm>
            <a:off x="6555075" y="303770"/>
            <a:ext cx="2040285" cy="7005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i</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Índice</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endParaRPr lang="en-US" sz="1300" dirty="0"/>
          </a:p>
        </p:txBody>
      </p:sp>
      <p:sp>
        <p:nvSpPr>
          <p:cNvPr id="6" name="Shape 4"/>
          <p:cNvSpPr/>
          <p:nvPr/>
        </p:nvSpPr>
        <p:spPr>
          <a:xfrm>
            <a:off x="640080" y="1417320"/>
            <a:ext cx="457200" cy="457200"/>
          </a:xfrm>
          <a:prstGeom prst="roundRect">
            <a:avLst>
              <a:gd name="adj" fmla="val 14000"/>
            </a:avLst>
          </a:prstGeom>
          <a:solidFill>
            <a:srgbClr val="E8F0FA"/>
          </a:solidFill>
          <a:ln/>
        </p:spPr>
        <p:txBody>
          <a:bodyPr/>
          <a:lstStyle/>
          <a:p>
            <a:endParaRPr lang="es-ES"/>
          </a:p>
        </p:txBody>
      </p:sp>
      <p:sp>
        <p:nvSpPr>
          <p:cNvPr id="7" name="Text 5"/>
          <p:cNvSpPr/>
          <p:nvPr/>
        </p:nvSpPr>
        <p:spPr>
          <a:xfrm>
            <a:off x="640080" y="141732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1</a:t>
            </a:r>
            <a:endParaRPr lang="en-US" dirty="0"/>
          </a:p>
        </p:txBody>
      </p:sp>
      <p:sp>
        <p:nvSpPr>
          <p:cNvPr id="8" name="Text 6"/>
          <p:cNvSpPr/>
          <p:nvPr/>
        </p:nvSpPr>
        <p:spPr>
          <a:xfrm>
            <a:off x="1234440" y="141732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El problema y la oportunidad</a:t>
            </a:r>
            <a:endParaRPr lang="en-US" sz="1600" dirty="0"/>
          </a:p>
        </p:txBody>
      </p:sp>
      <p:sp>
        <p:nvSpPr>
          <p:cNvPr id="9" name="Shape 7"/>
          <p:cNvSpPr/>
          <p:nvPr/>
        </p:nvSpPr>
        <p:spPr>
          <a:xfrm>
            <a:off x="640080" y="2194560"/>
            <a:ext cx="457200" cy="457200"/>
          </a:xfrm>
          <a:prstGeom prst="roundRect">
            <a:avLst>
              <a:gd name="adj" fmla="val 14000"/>
            </a:avLst>
          </a:prstGeom>
          <a:solidFill>
            <a:srgbClr val="E8F0FA"/>
          </a:solidFill>
          <a:ln/>
        </p:spPr>
        <p:txBody>
          <a:bodyPr/>
          <a:lstStyle/>
          <a:p>
            <a:endParaRPr lang="es-ES"/>
          </a:p>
        </p:txBody>
      </p:sp>
      <p:sp>
        <p:nvSpPr>
          <p:cNvPr id="10" name="Text 8"/>
          <p:cNvSpPr/>
          <p:nvPr/>
        </p:nvSpPr>
        <p:spPr>
          <a:xfrm>
            <a:off x="640080" y="219456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2</a:t>
            </a:r>
            <a:endParaRPr lang="en-US" dirty="0"/>
          </a:p>
        </p:txBody>
      </p:sp>
      <p:sp>
        <p:nvSpPr>
          <p:cNvPr id="11" name="Text 9"/>
          <p:cNvSpPr/>
          <p:nvPr/>
        </p:nvSpPr>
        <p:spPr>
          <a:xfrm>
            <a:off x="1234440" y="219456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Objetivo y posicionamiento</a:t>
            </a:r>
            <a:endParaRPr lang="en-US" sz="1600" dirty="0"/>
          </a:p>
        </p:txBody>
      </p:sp>
      <p:sp>
        <p:nvSpPr>
          <p:cNvPr id="12" name="Shape 10"/>
          <p:cNvSpPr/>
          <p:nvPr/>
        </p:nvSpPr>
        <p:spPr>
          <a:xfrm>
            <a:off x="640080" y="2971800"/>
            <a:ext cx="457200" cy="457200"/>
          </a:xfrm>
          <a:prstGeom prst="roundRect">
            <a:avLst>
              <a:gd name="adj" fmla="val 14000"/>
            </a:avLst>
          </a:prstGeom>
          <a:solidFill>
            <a:srgbClr val="E8F0FA"/>
          </a:solidFill>
          <a:ln/>
        </p:spPr>
        <p:txBody>
          <a:bodyPr/>
          <a:lstStyle/>
          <a:p>
            <a:endParaRPr lang="es-ES"/>
          </a:p>
        </p:txBody>
      </p:sp>
      <p:sp>
        <p:nvSpPr>
          <p:cNvPr id="13" name="Text 11"/>
          <p:cNvSpPr/>
          <p:nvPr/>
        </p:nvSpPr>
        <p:spPr>
          <a:xfrm>
            <a:off x="640080" y="297180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3</a:t>
            </a:r>
            <a:endParaRPr lang="en-US" dirty="0"/>
          </a:p>
        </p:txBody>
      </p:sp>
      <p:sp>
        <p:nvSpPr>
          <p:cNvPr id="14" name="Text 12"/>
          <p:cNvSpPr/>
          <p:nvPr/>
        </p:nvSpPr>
        <p:spPr>
          <a:xfrm>
            <a:off x="1234440" y="297180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Arquitectura del sistema</a:t>
            </a:r>
            <a:endParaRPr lang="en-US" sz="1600" dirty="0"/>
          </a:p>
        </p:txBody>
      </p:sp>
      <p:sp>
        <p:nvSpPr>
          <p:cNvPr id="15" name="Shape 13"/>
          <p:cNvSpPr/>
          <p:nvPr/>
        </p:nvSpPr>
        <p:spPr>
          <a:xfrm>
            <a:off x="640080" y="3749040"/>
            <a:ext cx="457200" cy="457200"/>
          </a:xfrm>
          <a:prstGeom prst="roundRect">
            <a:avLst>
              <a:gd name="adj" fmla="val 14000"/>
            </a:avLst>
          </a:prstGeom>
          <a:solidFill>
            <a:srgbClr val="E8F0FA"/>
          </a:solidFill>
          <a:ln/>
        </p:spPr>
        <p:txBody>
          <a:bodyPr/>
          <a:lstStyle/>
          <a:p>
            <a:endParaRPr lang="es-ES"/>
          </a:p>
        </p:txBody>
      </p:sp>
      <p:sp>
        <p:nvSpPr>
          <p:cNvPr id="16" name="Text 14"/>
          <p:cNvSpPr/>
          <p:nvPr/>
        </p:nvSpPr>
        <p:spPr>
          <a:xfrm>
            <a:off x="640080" y="374904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4</a:t>
            </a:r>
            <a:endParaRPr lang="en-US" dirty="0"/>
          </a:p>
        </p:txBody>
      </p:sp>
      <p:sp>
        <p:nvSpPr>
          <p:cNvPr id="17" name="Text 15"/>
          <p:cNvSpPr/>
          <p:nvPr/>
        </p:nvSpPr>
        <p:spPr>
          <a:xfrm>
            <a:off x="1234440" y="374904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Sesgo de dominio y validación LOPO</a:t>
            </a:r>
            <a:endParaRPr lang="en-US" sz="1600" dirty="0"/>
          </a:p>
        </p:txBody>
      </p:sp>
      <p:sp>
        <p:nvSpPr>
          <p:cNvPr id="18" name="Shape 16"/>
          <p:cNvSpPr/>
          <p:nvPr/>
        </p:nvSpPr>
        <p:spPr>
          <a:xfrm>
            <a:off x="4800600" y="1417320"/>
            <a:ext cx="457200" cy="457200"/>
          </a:xfrm>
          <a:prstGeom prst="roundRect">
            <a:avLst>
              <a:gd name="adj" fmla="val 14000"/>
            </a:avLst>
          </a:prstGeom>
          <a:solidFill>
            <a:srgbClr val="E8F0FA"/>
          </a:solidFill>
          <a:ln/>
        </p:spPr>
        <p:txBody>
          <a:bodyPr/>
          <a:lstStyle/>
          <a:p>
            <a:endParaRPr lang="es-ES"/>
          </a:p>
        </p:txBody>
      </p:sp>
      <p:sp>
        <p:nvSpPr>
          <p:cNvPr id="19" name="Text 17"/>
          <p:cNvSpPr/>
          <p:nvPr/>
        </p:nvSpPr>
        <p:spPr>
          <a:xfrm>
            <a:off x="4800600" y="141732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5</a:t>
            </a:r>
            <a:endParaRPr lang="en-US" dirty="0"/>
          </a:p>
        </p:txBody>
      </p:sp>
      <p:sp>
        <p:nvSpPr>
          <p:cNvPr id="20" name="Text 18"/>
          <p:cNvSpPr/>
          <p:nvPr/>
        </p:nvSpPr>
        <p:spPr>
          <a:xfrm>
            <a:off x="5394960" y="141732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Interpretabilidad: SHAP y multimodal</a:t>
            </a:r>
            <a:endParaRPr lang="en-US" sz="1600" dirty="0"/>
          </a:p>
        </p:txBody>
      </p:sp>
      <p:sp>
        <p:nvSpPr>
          <p:cNvPr id="21" name="Shape 19"/>
          <p:cNvSpPr/>
          <p:nvPr/>
        </p:nvSpPr>
        <p:spPr>
          <a:xfrm>
            <a:off x="4800600" y="2194560"/>
            <a:ext cx="457200" cy="457200"/>
          </a:xfrm>
          <a:prstGeom prst="roundRect">
            <a:avLst>
              <a:gd name="adj" fmla="val 14000"/>
            </a:avLst>
          </a:prstGeom>
          <a:solidFill>
            <a:srgbClr val="E8F0FA"/>
          </a:solidFill>
          <a:ln/>
        </p:spPr>
        <p:txBody>
          <a:bodyPr/>
          <a:lstStyle/>
          <a:p>
            <a:endParaRPr lang="es-ES"/>
          </a:p>
        </p:txBody>
      </p:sp>
      <p:sp>
        <p:nvSpPr>
          <p:cNvPr id="22" name="Text 20"/>
          <p:cNvSpPr/>
          <p:nvPr/>
        </p:nvSpPr>
        <p:spPr>
          <a:xfrm>
            <a:off x="4800600" y="219456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6</a:t>
            </a:r>
            <a:endParaRPr lang="en-US" dirty="0"/>
          </a:p>
        </p:txBody>
      </p:sp>
      <p:sp>
        <p:nvSpPr>
          <p:cNvPr id="23" name="Text 21"/>
          <p:cNvSpPr/>
          <p:nvPr/>
        </p:nvSpPr>
        <p:spPr>
          <a:xfrm>
            <a:off x="5394960" y="219456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Demostración</a:t>
            </a:r>
            <a:endParaRPr lang="en-US" sz="1600" dirty="0"/>
          </a:p>
        </p:txBody>
      </p:sp>
      <p:sp>
        <p:nvSpPr>
          <p:cNvPr id="24" name="Shape 22"/>
          <p:cNvSpPr/>
          <p:nvPr/>
        </p:nvSpPr>
        <p:spPr>
          <a:xfrm>
            <a:off x="4800600" y="2971800"/>
            <a:ext cx="457200" cy="457200"/>
          </a:xfrm>
          <a:prstGeom prst="roundRect">
            <a:avLst>
              <a:gd name="adj" fmla="val 14000"/>
            </a:avLst>
          </a:prstGeom>
          <a:solidFill>
            <a:srgbClr val="E8F0FA"/>
          </a:solidFill>
          <a:ln/>
        </p:spPr>
        <p:txBody>
          <a:bodyPr/>
          <a:lstStyle/>
          <a:p>
            <a:endParaRPr lang="es-ES"/>
          </a:p>
        </p:txBody>
      </p:sp>
      <p:sp>
        <p:nvSpPr>
          <p:cNvPr id="25" name="Text 23"/>
          <p:cNvSpPr/>
          <p:nvPr/>
        </p:nvSpPr>
        <p:spPr>
          <a:xfrm>
            <a:off x="4800600" y="297180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7</a:t>
            </a:r>
            <a:endParaRPr lang="en-US" dirty="0"/>
          </a:p>
        </p:txBody>
      </p:sp>
      <p:sp>
        <p:nvSpPr>
          <p:cNvPr id="26" name="Text 24"/>
          <p:cNvSpPr/>
          <p:nvPr/>
        </p:nvSpPr>
        <p:spPr>
          <a:xfrm>
            <a:off x="5394960" y="297180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Resultados y validación</a:t>
            </a:r>
            <a:endParaRPr lang="en-US" sz="1600" dirty="0"/>
          </a:p>
        </p:txBody>
      </p:sp>
      <p:sp>
        <p:nvSpPr>
          <p:cNvPr id="27" name="Shape 25"/>
          <p:cNvSpPr/>
          <p:nvPr/>
        </p:nvSpPr>
        <p:spPr>
          <a:xfrm>
            <a:off x="4800600" y="3749040"/>
            <a:ext cx="457200" cy="457200"/>
          </a:xfrm>
          <a:prstGeom prst="roundRect">
            <a:avLst>
              <a:gd name="adj" fmla="val 14000"/>
            </a:avLst>
          </a:prstGeom>
          <a:solidFill>
            <a:srgbClr val="E8F0FA"/>
          </a:solidFill>
          <a:ln/>
        </p:spPr>
        <p:txBody>
          <a:bodyPr/>
          <a:lstStyle/>
          <a:p>
            <a:endParaRPr lang="es-ES"/>
          </a:p>
        </p:txBody>
      </p:sp>
      <p:sp>
        <p:nvSpPr>
          <p:cNvPr id="28" name="Text 26"/>
          <p:cNvSpPr/>
          <p:nvPr/>
        </p:nvSpPr>
        <p:spPr>
          <a:xfrm>
            <a:off x="4800600" y="3749040"/>
            <a:ext cx="457200" cy="457200"/>
          </a:xfrm>
          <a:prstGeom prst="rect">
            <a:avLst/>
          </a:prstGeom>
          <a:noFill/>
          <a:ln/>
        </p:spPr>
        <p:txBody>
          <a:bodyPr wrap="square" lIns="0" tIns="0" rIns="0" bIns="0" rtlCol="0" anchor="ctr"/>
          <a:lstStyle/>
          <a:p>
            <a:pPr marL="0" indent="0" algn="ctr">
              <a:buNone/>
            </a:pPr>
            <a:r>
              <a:rPr lang="en-US" b="1" dirty="0">
                <a:solidFill>
                  <a:srgbClr val="1F5AA6"/>
                </a:solidFill>
                <a:latin typeface="Cambria" pitchFamily="34" charset="0"/>
                <a:ea typeface="Cambria" pitchFamily="34" charset="-122"/>
                <a:cs typeface="Cambria" pitchFamily="34" charset="-120"/>
              </a:rPr>
              <a:t>8</a:t>
            </a:r>
            <a:endParaRPr lang="en-US" dirty="0"/>
          </a:p>
        </p:txBody>
      </p:sp>
      <p:sp>
        <p:nvSpPr>
          <p:cNvPr id="29" name="Text 27"/>
          <p:cNvSpPr/>
          <p:nvPr/>
        </p:nvSpPr>
        <p:spPr>
          <a:xfrm>
            <a:off x="5394960" y="3749040"/>
            <a:ext cx="3291840" cy="457200"/>
          </a:xfrm>
          <a:prstGeom prst="rect">
            <a:avLst/>
          </a:prstGeom>
          <a:noFill/>
          <a:ln/>
        </p:spPr>
        <p:txBody>
          <a:bodyPr wrap="square" lIns="0" tIns="0" rIns="0" bIns="0" rtlCol="0" anchor="ctr"/>
          <a:lstStyle/>
          <a:p>
            <a:pPr marL="0" indent="0" algn="l">
              <a:buNone/>
            </a:pPr>
            <a:r>
              <a:rPr lang="en-US" sz="1600" dirty="0">
                <a:solidFill>
                  <a:srgbClr val="1B2A3D"/>
                </a:solidFill>
                <a:latin typeface="Calibri" pitchFamily="34" charset="0"/>
                <a:ea typeface="Calibri" pitchFamily="34" charset="-122"/>
                <a:cs typeface="Calibri" pitchFamily="34" charset="-120"/>
              </a:rPr>
              <a:t>Conclusiones y trabajo futuro</a:t>
            </a:r>
            <a:endParaRPr lang="en-US" sz="1600" dirty="0"/>
          </a:p>
        </p:txBody>
      </p:sp>
      <p:sp>
        <p:nvSpPr>
          <p:cNvPr id="30" name="Text 28"/>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El </a:t>
            </a:r>
            <a:r>
              <a:rPr lang="en-US" sz="2500" b="1" dirty="0" err="1">
                <a:solidFill>
                  <a:srgbClr val="0F2A4A"/>
                </a:solidFill>
                <a:latin typeface="Cambria" pitchFamily="34" charset="0"/>
                <a:ea typeface="Cambria" pitchFamily="34" charset="-122"/>
                <a:cs typeface="Cambria" pitchFamily="34" charset="-120"/>
              </a:rPr>
              <a:t>problema</a:t>
            </a:r>
            <a:r>
              <a:rPr lang="en-US" sz="2500" b="1" dirty="0">
                <a:solidFill>
                  <a:srgbClr val="0F2A4A"/>
                </a:solidFill>
                <a:latin typeface="Cambria" pitchFamily="34" charset="0"/>
                <a:ea typeface="Cambria" pitchFamily="34" charset="-122"/>
                <a:cs typeface="Cambria" pitchFamily="34" charset="-120"/>
              </a:rPr>
              <a:t>: la </a:t>
            </a:r>
            <a:r>
              <a:rPr lang="en-US" sz="2500" b="1" dirty="0" err="1">
                <a:solidFill>
                  <a:srgbClr val="0F2A4A"/>
                </a:solidFill>
                <a:latin typeface="Cambria" pitchFamily="34" charset="0"/>
                <a:ea typeface="Cambria" pitchFamily="34" charset="-122"/>
                <a:cs typeface="Cambria" pitchFamily="34" charset="-120"/>
              </a:rPr>
              <a:t>frontera</a:t>
            </a:r>
            <a:r>
              <a:rPr lang="en-US" sz="2500" b="1" dirty="0">
                <a:solidFill>
                  <a:srgbClr val="0F2A4A"/>
                </a:solidFill>
                <a:latin typeface="Cambria" pitchFamily="34" charset="0"/>
                <a:ea typeface="Cambria" pitchFamily="34" charset="-122"/>
                <a:cs typeface="Cambria" pitchFamily="34" charset="-120"/>
              </a:rPr>
              <a:t> ha desaparecido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s-ES" sz="1300" i="1" noProof="0" dirty="0">
                <a:solidFill>
                  <a:srgbClr val="667C96"/>
                </a:solidFill>
                <a:latin typeface="Calibri" pitchFamily="34" charset="0"/>
                <a:ea typeface="Calibri" pitchFamily="34" charset="-122"/>
                <a:cs typeface="Calibri" pitchFamily="34" charset="-120"/>
              </a:rPr>
              <a:t>Uno de los dos fotogramas pertenece a un video generado por IA</a:t>
            </a:r>
            <a:endParaRPr lang="es-ES" sz="1300" noProof="0" dirty="0"/>
          </a:p>
        </p:txBody>
      </p:sp>
      <p:sp>
        <p:nvSpPr>
          <p:cNvPr id="8" name="Text 5"/>
          <p:cNvSpPr/>
          <p:nvPr/>
        </p:nvSpPr>
        <p:spPr>
          <a:xfrm>
            <a:off x="731520" y="2898648"/>
            <a:ext cx="3337560" cy="548640"/>
          </a:xfrm>
          <a:prstGeom prst="rect">
            <a:avLst/>
          </a:prstGeom>
          <a:noFill/>
          <a:ln/>
        </p:spPr>
        <p:txBody>
          <a:bodyPr wrap="square" rtlCol="0" anchor="t"/>
          <a:lstStyle/>
          <a:p>
            <a:pPr marL="0" indent="0" algn="ctr">
              <a:buNone/>
            </a:pPr>
            <a:endParaRPr lang="en-US" sz="1200" dirty="0"/>
          </a:p>
        </p:txBody>
      </p:sp>
      <p:sp>
        <p:nvSpPr>
          <p:cNvPr id="13" name="Text 9"/>
          <p:cNvSpPr/>
          <p:nvPr/>
        </p:nvSpPr>
        <p:spPr>
          <a:xfrm>
            <a:off x="4303772" y="2889045"/>
            <a:ext cx="3337560" cy="548640"/>
          </a:xfrm>
          <a:prstGeom prst="rect">
            <a:avLst/>
          </a:prstGeom>
          <a:noFill/>
          <a:ln/>
        </p:spPr>
        <p:txBody>
          <a:bodyPr wrap="square" rtlCol="0" anchor="t"/>
          <a:lstStyle/>
          <a:p>
            <a:pPr marL="0" indent="0" algn="ctr">
              <a:buNone/>
            </a:pPr>
            <a:endParaRPr lang="en-US" sz="1200" dirty="0"/>
          </a:p>
        </p:txBody>
      </p:sp>
      <p:sp>
        <p:nvSpPr>
          <p:cNvPr id="16" name="Text 12"/>
          <p:cNvSpPr/>
          <p:nvPr/>
        </p:nvSpPr>
        <p:spPr>
          <a:xfrm>
            <a:off x="548640" y="4370832"/>
            <a:ext cx="8046720" cy="411480"/>
          </a:xfrm>
          <a:prstGeom prst="rect">
            <a:avLst/>
          </a:prstGeom>
          <a:noFill/>
          <a:ln/>
        </p:spPr>
        <p:txBody>
          <a:bodyPr wrap="square" lIns="0" tIns="0" rIns="0" bIns="0" rtlCol="0" anchor="ctr"/>
          <a:lstStyle/>
          <a:p>
            <a:pPr marL="0" indent="0" algn="ctr">
              <a:buNone/>
            </a:pPr>
            <a:endParaRPr lang="en-US" sz="1400" dirty="0"/>
          </a:p>
        </p:txBody>
      </p:sp>
      <p:sp>
        <p:nvSpPr>
          <p:cNvPr id="17" name="Text 13"/>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03</a:t>
            </a:r>
            <a:endParaRPr lang="en-US" sz="900" dirty="0"/>
          </a:p>
        </p:txBody>
      </p:sp>
      <p:pic>
        <p:nvPicPr>
          <p:cNvPr id="19" name="Imagen 18">
            <a:extLst>
              <a:ext uri="{FF2B5EF4-FFF2-40B4-BE49-F238E27FC236}">
                <a16:creationId xmlns:a16="http://schemas.microsoft.com/office/drawing/2014/main" id="{E8374E33-1808-14A1-E0B8-B85E5FB99C21}"/>
              </a:ext>
            </a:extLst>
          </p:cNvPr>
          <p:cNvPicPr>
            <a:picLocks noChangeAspect="1"/>
          </p:cNvPicPr>
          <p:nvPr/>
        </p:nvPicPr>
        <p:blipFill>
          <a:blip r:embed="rId3"/>
          <a:stretch>
            <a:fillRect/>
          </a:stretch>
        </p:blipFill>
        <p:spPr>
          <a:xfrm>
            <a:off x="1082593" y="1851097"/>
            <a:ext cx="2298429" cy="2693471"/>
          </a:xfrm>
          <a:prstGeom prst="rect">
            <a:avLst/>
          </a:prstGeom>
        </p:spPr>
      </p:pic>
      <p:pic>
        <p:nvPicPr>
          <p:cNvPr id="21" name="Imagen 20">
            <a:extLst>
              <a:ext uri="{FF2B5EF4-FFF2-40B4-BE49-F238E27FC236}">
                <a16:creationId xmlns:a16="http://schemas.microsoft.com/office/drawing/2014/main" id="{41F0209D-9A43-1EC6-08D3-0DF80E16A958}"/>
              </a:ext>
            </a:extLst>
          </p:cNvPr>
          <p:cNvPicPr>
            <a:picLocks noChangeAspect="1"/>
          </p:cNvPicPr>
          <p:nvPr/>
        </p:nvPicPr>
        <p:blipFill>
          <a:blip r:embed="rId4"/>
          <a:stretch>
            <a:fillRect/>
          </a:stretch>
        </p:blipFill>
        <p:spPr>
          <a:xfrm>
            <a:off x="4303772" y="1846352"/>
            <a:ext cx="3757635" cy="2688613"/>
          </a:xfrm>
          <a:prstGeom prst="rect">
            <a:avLst/>
          </a:prstGeom>
        </p:spPr>
      </p:pic>
      <p:sp>
        <p:nvSpPr>
          <p:cNvPr id="23" name="CuadroTexto 22">
            <a:extLst>
              <a:ext uri="{FF2B5EF4-FFF2-40B4-BE49-F238E27FC236}">
                <a16:creationId xmlns:a16="http://schemas.microsoft.com/office/drawing/2014/main" id="{6C8CF1FC-3E78-A849-1CC8-35B05D0B8EAE}"/>
              </a:ext>
            </a:extLst>
          </p:cNvPr>
          <p:cNvSpPr txBox="1"/>
          <p:nvPr/>
        </p:nvSpPr>
        <p:spPr>
          <a:xfrm>
            <a:off x="1598258" y="1282661"/>
            <a:ext cx="1267098" cy="369332"/>
          </a:xfrm>
          <a:prstGeom prst="rect">
            <a:avLst/>
          </a:prstGeom>
          <a:noFill/>
        </p:spPr>
        <p:txBody>
          <a:bodyPr wrap="square">
            <a:spAutoFit/>
          </a:bodyPr>
          <a:lstStyle/>
          <a:p>
            <a:r>
              <a:rPr lang="en-US" b="1" dirty="0">
                <a:solidFill>
                  <a:srgbClr val="0F2A4A"/>
                </a:solidFill>
                <a:latin typeface="Cambria" pitchFamily="34" charset="0"/>
                <a:ea typeface="Cambria" pitchFamily="34" charset="-122"/>
              </a:rPr>
              <a:t>Instagram</a:t>
            </a:r>
            <a:endParaRPr lang="es-ES" dirty="0"/>
          </a:p>
        </p:txBody>
      </p:sp>
      <p:sp>
        <p:nvSpPr>
          <p:cNvPr id="27" name="CuadroTexto 26">
            <a:extLst>
              <a:ext uri="{FF2B5EF4-FFF2-40B4-BE49-F238E27FC236}">
                <a16:creationId xmlns:a16="http://schemas.microsoft.com/office/drawing/2014/main" id="{42251B39-F146-EA93-4B18-0528CD88D4C7}"/>
              </a:ext>
            </a:extLst>
          </p:cNvPr>
          <p:cNvSpPr txBox="1"/>
          <p:nvPr/>
        </p:nvSpPr>
        <p:spPr>
          <a:xfrm>
            <a:off x="5682934" y="1282661"/>
            <a:ext cx="999309" cy="369332"/>
          </a:xfrm>
          <a:prstGeom prst="rect">
            <a:avLst/>
          </a:prstGeom>
          <a:noFill/>
        </p:spPr>
        <p:txBody>
          <a:bodyPr wrap="square">
            <a:spAutoFit/>
          </a:bodyPr>
          <a:lstStyle/>
          <a:p>
            <a:r>
              <a:rPr lang="en-US" b="1" dirty="0">
                <a:solidFill>
                  <a:srgbClr val="0F2A4A"/>
                </a:solidFill>
                <a:latin typeface="Cambria" pitchFamily="34" charset="0"/>
                <a:ea typeface="Cambria" pitchFamily="34" charset="-122"/>
              </a:rPr>
              <a:t>Twitter</a:t>
            </a:r>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El problema: la frontera ha desaparecido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De las primeras GAN a los modelos de difusión</a:t>
            </a:r>
            <a:endParaRPr lang="en-US" sz="1300" dirty="0"/>
          </a:p>
        </p:txBody>
      </p:sp>
      <p:pic>
        <p:nvPicPr>
          <p:cNvPr id="7" name="Image 0" descr="preencoded.png"/>
          <p:cNvPicPr>
            <a:picLocks noChangeAspect="1"/>
          </p:cNvPicPr>
          <p:nvPr/>
        </p:nvPicPr>
        <p:blipFill>
          <a:blip r:embed="rId3"/>
          <a:stretch>
            <a:fillRect/>
          </a:stretch>
        </p:blipFill>
        <p:spPr>
          <a:xfrm>
            <a:off x="2427732" y="2491740"/>
            <a:ext cx="402336" cy="402336"/>
          </a:xfrm>
          <a:prstGeom prst="rect">
            <a:avLst/>
          </a:prstGeom>
        </p:spPr>
      </p:pic>
      <p:sp>
        <p:nvSpPr>
          <p:cNvPr id="8" name="Text 5"/>
          <p:cNvSpPr/>
          <p:nvPr/>
        </p:nvSpPr>
        <p:spPr>
          <a:xfrm>
            <a:off x="731520" y="2967228"/>
            <a:ext cx="3794760" cy="548640"/>
          </a:xfrm>
          <a:prstGeom prst="rect">
            <a:avLst/>
          </a:prstGeom>
          <a:noFill/>
          <a:ln/>
        </p:spPr>
        <p:txBody>
          <a:bodyPr wrap="square" rtlCol="0" anchor="t"/>
          <a:lstStyle/>
          <a:p>
            <a:pPr marL="0" indent="0" algn="ctr">
              <a:buNone/>
            </a:pPr>
            <a:r>
              <a:rPr lang="en-US" sz="1200" i="1" dirty="0">
                <a:solidFill>
                  <a:srgbClr val="667C96"/>
                </a:solidFill>
                <a:latin typeface="Calibri" pitchFamily="34" charset="0"/>
                <a:ea typeface="Calibri" pitchFamily="34" charset="-122"/>
                <a:cs typeface="Calibri" pitchFamily="34" charset="-120"/>
              </a:rPr>
              <a:t>Hueco → </a:t>
            </a:r>
            <a:r>
              <a:rPr lang="en-US" sz="1200" i="1" dirty="0" err="1">
                <a:solidFill>
                  <a:srgbClr val="667C96"/>
                </a:solidFill>
                <a:latin typeface="Calibri" pitchFamily="34" charset="0"/>
                <a:ea typeface="Calibri" pitchFamily="34" charset="-122"/>
                <a:cs typeface="Calibri" pitchFamily="34" charset="-120"/>
              </a:rPr>
              <a:t>comparación</a:t>
            </a:r>
            <a:r>
              <a:rPr lang="en-US" sz="1200" i="1" dirty="0">
                <a:solidFill>
                  <a:srgbClr val="667C96"/>
                </a:solidFill>
                <a:latin typeface="Calibri" pitchFamily="34" charset="0"/>
                <a:ea typeface="Calibri" pitchFamily="34" charset="-122"/>
                <a:cs typeface="Calibri" pitchFamily="34" charset="-120"/>
              </a:rPr>
              <a:t> Will Smith</a:t>
            </a:r>
            <a:endParaRPr lang="en-US" sz="1200" dirty="0"/>
          </a:p>
          <a:p>
            <a:pPr marL="0" indent="0" algn="ctr">
              <a:buNone/>
            </a:pPr>
            <a:r>
              <a:rPr lang="en-US" sz="1200" i="1" dirty="0">
                <a:solidFill>
                  <a:srgbClr val="667C96"/>
                </a:solidFill>
                <a:latin typeface="Calibri" pitchFamily="34" charset="0"/>
                <a:ea typeface="Calibri" pitchFamily="34" charset="-122"/>
                <a:cs typeface="Calibri" pitchFamily="34" charset="-120"/>
              </a:rPr>
              <a:t>(</a:t>
            </a:r>
            <a:r>
              <a:rPr lang="en-US" sz="1200" i="1" dirty="0" err="1">
                <a:solidFill>
                  <a:srgbClr val="667C96"/>
                </a:solidFill>
                <a:latin typeface="Calibri" pitchFamily="34" charset="0"/>
                <a:ea typeface="Calibri" pitchFamily="34" charset="-122"/>
                <a:cs typeface="Calibri" pitchFamily="34" charset="-120"/>
              </a:rPr>
              <a:t>vídeo</a:t>
            </a:r>
            <a:r>
              <a:rPr lang="en-US" sz="1200" i="1" dirty="0">
                <a:solidFill>
                  <a:srgbClr val="667C96"/>
                </a:solidFill>
                <a:latin typeface="Calibri" pitchFamily="34" charset="0"/>
                <a:ea typeface="Calibri" pitchFamily="34" charset="-122"/>
                <a:cs typeface="Calibri" pitchFamily="34" charset="-120"/>
              </a:rPr>
              <a:t> 2023 vs. 2025)</a:t>
            </a:r>
            <a:endParaRPr lang="en-US" sz="1200" dirty="0"/>
          </a:p>
        </p:txBody>
      </p:sp>
      <p:sp>
        <p:nvSpPr>
          <p:cNvPr id="9" name="Shape 6"/>
          <p:cNvSpPr/>
          <p:nvPr/>
        </p:nvSpPr>
        <p:spPr>
          <a:xfrm>
            <a:off x="4937760" y="1417320"/>
            <a:ext cx="3657600" cy="3063240"/>
          </a:xfrm>
          <a:prstGeom prst="roundRect">
            <a:avLst>
              <a:gd name="adj" fmla="val 2090"/>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0" name="Text 7"/>
          <p:cNvSpPr/>
          <p:nvPr/>
        </p:nvSpPr>
        <p:spPr>
          <a:xfrm>
            <a:off x="5138928" y="1600200"/>
            <a:ext cx="3255264" cy="2743200"/>
          </a:xfrm>
          <a:prstGeom prst="rect">
            <a:avLst/>
          </a:prstGeom>
          <a:noFill/>
          <a:ln/>
        </p:spPr>
        <p:txBody>
          <a:bodyPr wrap="square" lIns="0" tIns="0" rIns="0" bIns="0" rtlCol="0" anchor="t"/>
          <a:lstStyle/>
          <a:p>
            <a:pPr marL="0" indent="0">
              <a:buNone/>
            </a:pPr>
            <a:r>
              <a:rPr lang="en-US" sz="1500" b="1" dirty="0">
                <a:solidFill>
                  <a:srgbClr val="0F2A4A"/>
                </a:solidFill>
              </a:rPr>
              <a:t>Febrero 2024 · Sora</a:t>
            </a:r>
            <a:endParaRPr lang="en-US" sz="1500" dirty="0"/>
          </a:p>
          <a:p>
            <a:pPr marL="0" indent="0">
              <a:spcAft>
                <a:spcPts val="800"/>
              </a:spcAft>
              <a:buNone/>
            </a:pPr>
            <a:r>
              <a:rPr lang="en-US" sz="1300" dirty="0">
                <a:solidFill>
                  <a:srgbClr val="1B2A3D"/>
                </a:solidFill>
              </a:rPr>
              <a:t>Los modelos de difusión generan secuencias de hasta un minuto en 1080p con coherencia temporal.</a:t>
            </a:r>
            <a:endParaRPr lang="en-US" sz="1500" dirty="0"/>
          </a:p>
          <a:p>
            <a:pPr marL="0" indent="0">
              <a:buNone/>
            </a:pPr>
            <a:r>
              <a:rPr lang="en-US" sz="1500" b="1" dirty="0">
                <a:solidFill>
                  <a:srgbClr val="0F2A4A"/>
                </a:solidFill>
              </a:rPr>
              <a:t>2024–2025 · consolidación</a:t>
            </a:r>
            <a:endParaRPr lang="en-US" sz="1500" dirty="0"/>
          </a:p>
          <a:p>
            <a:pPr marL="0" indent="0">
              <a:spcAft>
                <a:spcPts val="800"/>
              </a:spcAft>
              <a:buNone/>
            </a:pPr>
            <a:r>
              <a:rPr lang="en-US" sz="1300" dirty="0">
                <a:solidFill>
                  <a:srgbClr val="1B2A3D"/>
                </a:solidFill>
              </a:rPr>
              <a:t>Veo, Kling, Runway y otros llevan el vídeo sintético al gran público.</a:t>
            </a:r>
            <a:endParaRPr lang="en-US" sz="1500" dirty="0"/>
          </a:p>
          <a:p>
            <a:pPr marL="0" indent="0">
              <a:buNone/>
            </a:pPr>
            <a:r>
              <a:rPr lang="es-ES" sz="1500" b="1" noProof="0" dirty="0">
                <a:solidFill>
                  <a:srgbClr val="0F2A4A"/>
                </a:solidFill>
              </a:rPr>
              <a:t>La velocidad de evolución</a:t>
            </a:r>
            <a:endParaRPr lang="es-ES" sz="1500" noProof="0" dirty="0"/>
          </a:p>
          <a:p>
            <a:pPr marL="0" indent="0">
              <a:spcAft>
                <a:spcPts val="800"/>
              </a:spcAft>
              <a:buNone/>
            </a:pPr>
            <a:r>
              <a:rPr lang="es-ES" sz="1300" noProof="0" dirty="0">
                <a:solidFill>
                  <a:srgbClr val="1B2A3D"/>
                </a:solidFill>
              </a:rPr>
              <a:t>En 12 meses se pasó de casi ningún generador con audio sincronizado a varios que ya lo logran.</a:t>
            </a:r>
            <a:endParaRPr lang="es-ES" sz="1500" noProof="0" dirty="0"/>
          </a:p>
          <a:p>
            <a:pPr marL="0" indent="0">
              <a:buNone/>
            </a:pPr>
            <a:r>
              <a:rPr lang="es-ES" sz="1300" i="1" noProof="0" dirty="0">
                <a:solidFill>
                  <a:srgbClr val="1F5AA6"/>
                </a:solidFill>
              </a:rPr>
              <a:t>Decisivo: la accesibilidad. Hoy basta un buen </a:t>
            </a:r>
            <a:r>
              <a:rPr lang="es-ES" sz="1300" i="1" noProof="0" dirty="0" err="1">
                <a:solidFill>
                  <a:srgbClr val="1F5AA6"/>
                </a:solidFill>
              </a:rPr>
              <a:t>prompt</a:t>
            </a:r>
            <a:r>
              <a:rPr lang="es-ES" sz="1300" i="1" noProof="0" dirty="0">
                <a:solidFill>
                  <a:srgbClr val="1F5AA6"/>
                </a:solidFill>
              </a:rPr>
              <a:t> y una suscripción.</a:t>
            </a:r>
            <a:endParaRPr lang="es-ES" sz="1500" noProof="0" dirty="0"/>
          </a:p>
        </p:txBody>
      </p:sp>
      <p:sp>
        <p:nvSpPr>
          <p:cNvPr id="11" name="Text 8"/>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04</a:t>
            </a:r>
            <a:endParaRPr lang="en-US" sz="900" dirty="0"/>
          </a:p>
        </p:txBody>
      </p:sp>
      <p:pic>
        <p:nvPicPr>
          <p:cNvPr id="14" name="Imagen 13" descr="Imagen">
            <a:extLst>
              <a:ext uri="{FF2B5EF4-FFF2-40B4-BE49-F238E27FC236}">
                <a16:creationId xmlns:a16="http://schemas.microsoft.com/office/drawing/2014/main" id="{430F4613-6712-70C1-41F0-2E78CC443543}"/>
              </a:ext>
            </a:extLst>
          </p:cNvPr>
          <p:cNvPicPr>
            <a:picLocks noChangeAspect="1"/>
          </p:cNvPicPr>
          <p:nvPr/>
        </p:nvPicPr>
        <p:blipFill>
          <a:blip r:embed="rId4"/>
          <a:stretch>
            <a:fillRect/>
          </a:stretch>
        </p:blipFill>
        <p:spPr>
          <a:xfrm>
            <a:off x="548640" y="1649185"/>
            <a:ext cx="4159216" cy="2599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Por qué importa: el uso real</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Desinformación, fraude y erosión de la confianza</a:t>
            </a:r>
            <a:endParaRPr lang="en-US" sz="1300" dirty="0"/>
          </a:p>
        </p:txBody>
      </p:sp>
      <p:sp>
        <p:nvSpPr>
          <p:cNvPr id="6" name="Shape 4"/>
          <p:cNvSpPr/>
          <p:nvPr/>
        </p:nvSpPr>
        <p:spPr>
          <a:xfrm>
            <a:off x="548640" y="1463040"/>
            <a:ext cx="2560320" cy="2148840"/>
          </a:xfrm>
          <a:prstGeom prst="roundRect">
            <a:avLst>
              <a:gd name="adj" fmla="val 2979"/>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Shape 5"/>
          <p:cNvSpPr/>
          <p:nvPr/>
        </p:nvSpPr>
        <p:spPr>
          <a:xfrm>
            <a:off x="1554480" y="1645920"/>
            <a:ext cx="566928" cy="566928"/>
          </a:xfrm>
          <a:prstGeom prst="ellipse">
            <a:avLst/>
          </a:prstGeom>
          <a:solidFill>
            <a:srgbClr val="1F5AA6"/>
          </a:solidFill>
          <a:ln/>
        </p:spPr>
        <p:txBody>
          <a:bodyPr/>
          <a:lstStyle/>
          <a:p>
            <a:endParaRPr lang="es-ES"/>
          </a:p>
        </p:txBody>
      </p:sp>
      <p:pic>
        <p:nvPicPr>
          <p:cNvPr id="8" name="Image 0" descr="preencoded.png"/>
          <p:cNvPicPr>
            <a:picLocks noChangeAspect="1"/>
          </p:cNvPicPr>
          <p:nvPr/>
        </p:nvPicPr>
        <p:blipFill>
          <a:blip r:embed="rId3"/>
          <a:stretch>
            <a:fillRect/>
          </a:stretch>
        </p:blipFill>
        <p:spPr>
          <a:xfrm>
            <a:off x="1690543" y="1781983"/>
            <a:ext cx="294803" cy="294803"/>
          </a:xfrm>
          <a:prstGeom prst="rect">
            <a:avLst/>
          </a:prstGeom>
        </p:spPr>
      </p:pic>
      <p:sp>
        <p:nvSpPr>
          <p:cNvPr id="9" name="Text 6"/>
          <p:cNvSpPr/>
          <p:nvPr/>
        </p:nvSpPr>
        <p:spPr>
          <a:xfrm>
            <a:off x="685800" y="2286000"/>
            <a:ext cx="2286000" cy="320040"/>
          </a:xfrm>
          <a:prstGeom prst="rect">
            <a:avLst/>
          </a:prstGeom>
          <a:noFill/>
          <a:ln/>
        </p:spPr>
        <p:txBody>
          <a:bodyPr wrap="square" lIns="0" tIns="0" rIns="0" bIns="0" rtlCol="0" anchor="ctr"/>
          <a:lstStyle/>
          <a:p>
            <a:pPr marL="0" indent="0" algn="ctr">
              <a:buNone/>
            </a:pPr>
            <a:r>
              <a:rPr lang="en-US" sz="1700" b="1" dirty="0">
                <a:solidFill>
                  <a:srgbClr val="0F2A4A"/>
                </a:solidFill>
                <a:latin typeface="Cambria" pitchFamily="34" charset="0"/>
                <a:ea typeface="Cambria" pitchFamily="34" charset="-122"/>
                <a:cs typeface="Cambria" pitchFamily="34" charset="-120"/>
              </a:rPr>
              <a:t>Político</a:t>
            </a:r>
            <a:endParaRPr lang="en-US" sz="1700" dirty="0"/>
          </a:p>
        </p:txBody>
      </p:sp>
      <p:sp>
        <p:nvSpPr>
          <p:cNvPr id="10" name="Text 7"/>
          <p:cNvSpPr/>
          <p:nvPr/>
        </p:nvSpPr>
        <p:spPr>
          <a:xfrm>
            <a:off x="749808" y="2651760"/>
            <a:ext cx="2157984" cy="914400"/>
          </a:xfrm>
          <a:prstGeom prst="rect">
            <a:avLst/>
          </a:prstGeom>
          <a:noFill/>
          <a:ln/>
        </p:spPr>
        <p:txBody>
          <a:bodyPr wrap="square" lIns="0" tIns="0" rIns="0" bIns="0" rtlCol="0" anchor="t"/>
          <a:lstStyle/>
          <a:p>
            <a:pPr marL="0" indent="0" algn="ctr">
              <a:buNone/>
            </a:pPr>
            <a:r>
              <a:rPr lang="en-US" sz="1250" dirty="0">
                <a:solidFill>
                  <a:srgbClr val="1B2A3D"/>
                </a:solidFill>
                <a:latin typeface="Calibri" pitchFamily="34" charset="0"/>
                <a:ea typeface="Calibri" pitchFamily="34" charset="-122"/>
                <a:cs typeface="Calibri" pitchFamily="34" charset="-120"/>
              </a:rPr>
              <a:t>Deepfake de Zelensky (2022) pidiendo la rendición de sus tropas.</a:t>
            </a:r>
            <a:endParaRPr lang="en-US" sz="1250" dirty="0"/>
          </a:p>
        </p:txBody>
      </p:sp>
      <p:sp>
        <p:nvSpPr>
          <p:cNvPr id="11" name="Shape 8"/>
          <p:cNvSpPr/>
          <p:nvPr/>
        </p:nvSpPr>
        <p:spPr>
          <a:xfrm>
            <a:off x="3310128" y="1463040"/>
            <a:ext cx="2560320" cy="2148840"/>
          </a:xfrm>
          <a:prstGeom prst="roundRect">
            <a:avLst>
              <a:gd name="adj" fmla="val 2979"/>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2" name="Shape 9"/>
          <p:cNvSpPr/>
          <p:nvPr/>
        </p:nvSpPr>
        <p:spPr>
          <a:xfrm>
            <a:off x="4315968" y="1645920"/>
            <a:ext cx="566928" cy="566928"/>
          </a:xfrm>
          <a:prstGeom prst="ellipse">
            <a:avLst/>
          </a:prstGeom>
          <a:solidFill>
            <a:srgbClr val="1F5AA6"/>
          </a:solidFill>
          <a:ln/>
        </p:spPr>
        <p:txBody>
          <a:bodyPr/>
          <a:lstStyle/>
          <a:p>
            <a:endParaRPr lang="es-ES"/>
          </a:p>
        </p:txBody>
      </p:sp>
      <p:pic>
        <p:nvPicPr>
          <p:cNvPr id="13" name="Image 1" descr="preencoded.png"/>
          <p:cNvPicPr>
            <a:picLocks noChangeAspect="1"/>
          </p:cNvPicPr>
          <p:nvPr/>
        </p:nvPicPr>
        <p:blipFill>
          <a:blip r:embed="rId4"/>
          <a:stretch>
            <a:fillRect/>
          </a:stretch>
        </p:blipFill>
        <p:spPr>
          <a:xfrm>
            <a:off x="4452031" y="1781983"/>
            <a:ext cx="294803" cy="294803"/>
          </a:xfrm>
          <a:prstGeom prst="rect">
            <a:avLst/>
          </a:prstGeom>
        </p:spPr>
      </p:pic>
      <p:sp>
        <p:nvSpPr>
          <p:cNvPr id="14" name="Text 10"/>
          <p:cNvSpPr/>
          <p:nvPr/>
        </p:nvSpPr>
        <p:spPr>
          <a:xfrm>
            <a:off x="3447288" y="2286000"/>
            <a:ext cx="2286000" cy="320040"/>
          </a:xfrm>
          <a:prstGeom prst="rect">
            <a:avLst/>
          </a:prstGeom>
          <a:noFill/>
          <a:ln/>
        </p:spPr>
        <p:txBody>
          <a:bodyPr wrap="square" lIns="0" tIns="0" rIns="0" bIns="0" rtlCol="0" anchor="ctr"/>
          <a:lstStyle/>
          <a:p>
            <a:pPr marL="0" indent="0" algn="ctr">
              <a:buNone/>
            </a:pPr>
            <a:r>
              <a:rPr lang="en-US" sz="1700" b="1" dirty="0">
                <a:solidFill>
                  <a:srgbClr val="0F2A4A"/>
                </a:solidFill>
                <a:latin typeface="Cambria" pitchFamily="34" charset="0"/>
                <a:ea typeface="Cambria" pitchFamily="34" charset="-122"/>
                <a:cs typeface="Cambria" pitchFamily="34" charset="-120"/>
              </a:rPr>
              <a:t>Financiero</a:t>
            </a:r>
            <a:endParaRPr lang="en-US" sz="1700" dirty="0"/>
          </a:p>
        </p:txBody>
      </p:sp>
      <p:sp>
        <p:nvSpPr>
          <p:cNvPr id="15" name="Text 11"/>
          <p:cNvSpPr/>
          <p:nvPr/>
        </p:nvSpPr>
        <p:spPr>
          <a:xfrm>
            <a:off x="3511296" y="2651760"/>
            <a:ext cx="2157984" cy="914400"/>
          </a:xfrm>
          <a:prstGeom prst="rect">
            <a:avLst/>
          </a:prstGeom>
          <a:noFill/>
          <a:ln/>
        </p:spPr>
        <p:txBody>
          <a:bodyPr wrap="square" lIns="0" tIns="0" rIns="0" bIns="0" rtlCol="0" anchor="t"/>
          <a:lstStyle/>
          <a:p>
            <a:pPr marL="0" indent="0" algn="ctr">
              <a:buNone/>
            </a:pPr>
            <a:r>
              <a:rPr lang="en-US" sz="1250" dirty="0">
                <a:solidFill>
                  <a:srgbClr val="1B2A3D"/>
                </a:solidFill>
                <a:latin typeface="Calibri" pitchFamily="34" charset="0"/>
                <a:ea typeface="Calibri" pitchFamily="34" charset="-122"/>
                <a:cs typeface="Calibri" pitchFamily="34" charset="-120"/>
              </a:rPr>
              <a:t>Fraude a la empresa Arup (Hong Kong</a:t>
            </a:r>
            <a:r>
              <a:rPr lang="en-US" sz="1250">
                <a:solidFill>
                  <a:srgbClr val="1B2A3D"/>
                </a:solidFill>
                <a:latin typeface="Calibri" pitchFamily="34" charset="0"/>
                <a:ea typeface="Calibri" pitchFamily="34" charset="-122"/>
                <a:cs typeface="Calibri" pitchFamily="34" charset="-120"/>
              </a:rPr>
              <a:t>): $25M </a:t>
            </a:r>
            <a:r>
              <a:rPr lang="en-US" sz="1250" dirty="0">
                <a:solidFill>
                  <a:srgbClr val="1B2A3D"/>
                </a:solidFill>
                <a:latin typeface="Calibri" pitchFamily="34" charset="0"/>
                <a:ea typeface="Calibri" pitchFamily="34" charset="-122"/>
                <a:cs typeface="Calibri" pitchFamily="34" charset="-120"/>
              </a:rPr>
              <a:t>transferidos tras una videollamada falsa.</a:t>
            </a:r>
            <a:endParaRPr lang="en-US" sz="1250" dirty="0"/>
          </a:p>
        </p:txBody>
      </p:sp>
      <p:sp>
        <p:nvSpPr>
          <p:cNvPr id="16" name="Shape 12"/>
          <p:cNvSpPr/>
          <p:nvPr/>
        </p:nvSpPr>
        <p:spPr>
          <a:xfrm>
            <a:off x="6071616" y="1463040"/>
            <a:ext cx="2560320" cy="2148840"/>
          </a:xfrm>
          <a:prstGeom prst="roundRect">
            <a:avLst>
              <a:gd name="adj" fmla="val 2979"/>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7" name="Shape 13"/>
          <p:cNvSpPr/>
          <p:nvPr/>
        </p:nvSpPr>
        <p:spPr>
          <a:xfrm>
            <a:off x="7077456" y="1645920"/>
            <a:ext cx="566928" cy="566928"/>
          </a:xfrm>
          <a:prstGeom prst="ellipse">
            <a:avLst/>
          </a:prstGeom>
          <a:solidFill>
            <a:srgbClr val="1F5AA6"/>
          </a:solidFill>
          <a:ln/>
        </p:spPr>
        <p:txBody>
          <a:bodyPr/>
          <a:lstStyle/>
          <a:p>
            <a:endParaRPr lang="es-ES"/>
          </a:p>
        </p:txBody>
      </p:sp>
      <p:pic>
        <p:nvPicPr>
          <p:cNvPr id="18" name="Image 2" descr="preencoded.png"/>
          <p:cNvPicPr>
            <a:picLocks noChangeAspect="1"/>
          </p:cNvPicPr>
          <p:nvPr/>
        </p:nvPicPr>
        <p:blipFill>
          <a:blip r:embed="rId5"/>
          <a:stretch>
            <a:fillRect/>
          </a:stretch>
        </p:blipFill>
        <p:spPr>
          <a:xfrm>
            <a:off x="7213519" y="1781983"/>
            <a:ext cx="294803" cy="294803"/>
          </a:xfrm>
          <a:prstGeom prst="rect">
            <a:avLst/>
          </a:prstGeom>
        </p:spPr>
      </p:pic>
      <p:sp>
        <p:nvSpPr>
          <p:cNvPr id="19" name="Text 14"/>
          <p:cNvSpPr/>
          <p:nvPr/>
        </p:nvSpPr>
        <p:spPr>
          <a:xfrm>
            <a:off x="6208776" y="2286000"/>
            <a:ext cx="2286000" cy="320040"/>
          </a:xfrm>
          <a:prstGeom prst="rect">
            <a:avLst/>
          </a:prstGeom>
          <a:noFill/>
          <a:ln/>
        </p:spPr>
        <p:txBody>
          <a:bodyPr wrap="square" lIns="0" tIns="0" rIns="0" bIns="0" rtlCol="0" anchor="ctr"/>
          <a:lstStyle/>
          <a:p>
            <a:pPr marL="0" indent="0" algn="ctr">
              <a:buNone/>
            </a:pPr>
            <a:r>
              <a:rPr lang="en-US" sz="1700" b="1" dirty="0">
                <a:solidFill>
                  <a:srgbClr val="0F2A4A"/>
                </a:solidFill>
                <a:latin typeface="Cambria" pitchFamily="34" charset="0"/>
                <a:ea typeface="Cambria" pitchFamily="34" charset="-122"/>
                <a:cs typeface="Cambria" pitchFamily="34" charset="-120"/>
              </a:rPr>
              <a:t>Personal</a:t>
            </a:r>
            <a:endParaRPr lang="en-US" sz="1700" dirty="0"/>
          </a:p>
        </p:txBody>
      </p:sp>
      <p:sp>
        <p:nvSpPr>
          <p:cNvPr id="20" name="Text 15"/>
          <p:cNvSpPr/>
          <p:nvPr/>
        </p:nvSpPr>
        <p:spPr>
          <a:xfrm>
            <a:off x="6272784" y="2651760"/>
            <a:ext cx="2157984" cy="914400"/>
          </a:xfrm>
          <a:prstGeom prst="rect">
            <a:avLst/>
          </a:prstGeom>
          <a:noFill/>
          <a:ln/>
        </p:spPr>
        <p:txBody>
          <a:bodyPr wrap="square" lIns="0" tIns="0" rIns="0" bIns="0" rtlCol="0" anchor="t"/>
          <a:lstStyle/>
          <a:p>
            <a:pPr marL="0" indent="0" algn="ctr">
              <a:buNone/>
            </a:pPr>
            <a:r>
              <a:rPr lang="en-US" sz="1250" dirty="0">
                <a:solidFill>
                  <a:srgbClr val="1B2A3D"/>
                </a:solidFill>
                <a:latin typeface="Calibri" pitchFamily="34" charset="0"/>
                <a:ea typeface="Calibri" pitchFamily="34" charset="-122"/>
                <a:cs typeface="Calibri" pitchFamily="34" charset="-120"/>
              </a:rPr>
              <a:t>Imágenes íntimas no consentidas, que afectan sobre todo a mujeres y menores.</a:t>
            </a:r>
            <a:endParaRPr lang="en-US" sz="1250" dirty="0"/>
          </a:p>
        </p:txBody>
      </p:sp>
      <p:sp>
        <p:nvSpPr>
          <p:cNvPr id="23" name="Text 18"/>
          <p:cNvSpPr/>
          <p:nvPr/>
        </p:nvSpPr>
        <p:spPr>
          <a:xfrm>
            <a:off x="8281851"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05</a:t>
            </a:r>
            <a:endParaRPr lang="en-US" sz="900" dirty="0"/>
          </a:p>
        </p:txBody>
      </p:sp>
      <p:sp>
        <p:nvSpPr>
          <p:cNvPr id="25" name="Shape 18">
            <a:extLst>
              <a:ext uri="{FF2B5EF4-FFF2-40B4-BE49-F238E27FC236}">
                <a16:creationId xmlns:a16="http://schemas.microsoft.com/office/drawing/2014/main" id="{65CCD355-F264-9B3E-A5B4-0A4C6E91AE58}"/>
              </a:ext>
            </a:extLst>
          </p:cNvPr>
          <p:cNvSpPr/>
          <p:nvPr/>
        </p:nvSpPr>
        <p:spPr>
          <a:xfrm>
            <a:off x="548640" y="3904487"/>
            <a:ext cx="8046720" cy="700169"/>
          </a:xfrm>
          <a:prstGeom prst="roundRect">
            <a:avLst>
              <a:gd name="adj" fmla="val 12727"/>
            </a:avLst>
          </a:prstGeom>
          <a:solidFill>
            <a:srgbClr val="0F2A4A"/>
          </a:solidFill>
          <a:ln/>
        </p:spPr>
        <p:txBody>
          <a:bodyPr/>
          <a:lstStyle/>
          <a:p>
            <a:endParaRPr lang="es-ES"/>
          </a:p>
        </p:txBody>
      </p:sp>
      <p:sp>
        <p:nvSpPr>
          <p:cNvPr id="27" name="Text 19">
            <a:extLst>
              <a:ext uri="{FF2B5EF4-FFF2-40B4-BE49-F238E27FC236}">
                <a16:creationId xmlns:a16="http://schemas.microsoft.com/office/drawing/2014/main" id="{2CB14B67-B791-C195-F259-9D33EBED5BF6}"/>
              </a:ext>
            </a:extLst>
          </p:cNvPr>
          <p:cNvSpPr/>
          <p:nvPr/>
        </p:nvSpPr>
        <p:spPr>
          <a:xfrm>
            <a:off x="822960" y="3904487"/>
            <a:ext cx="7498080" cy="700169"/>
          </a:xfrm>
          <a:prstGeom prst="rect">
            <a:avLst/>
          </a:prstGeom>
          <a:noFill/>
          <a:ln/>
        </p:spPr>
        <p:txBody>
          <a:bodyPr wrap="square" lIns="0" tIns="0" rIns="0" bIns="0" rtlCol="0" anchor="ctr"/>
          <a:lstStyle/>
          <a:p>
            <a:pPr marL="0" indent="0">
              <a:buNone/>
            </a:pPr>
            <a:r>
              <a:rPr lang="en-US" sz="1100" b="1" kern="0" spc="100" dirty="0">
                <a:solidFill>
                  <a:srgbClr val="9FC0E8"/>
                </a:solidFill>
                <a:latin typeface="Calibri" pitchFamily="34" charset="0"/>
                <a:ea typeface="Calibri" pitchFamily="34" charset="-122"/>
                <a:cs typeface="Calibri" pitchFamily="34" charset="-120"/>
              </a:rPr>
              <a:t>MARCO LEGAL    </a:t>
            </a:r>
            <a:r>
              <a:rPr lang="en-US" sz="1100" dirty="0">
                <a:solidFill>
                  <a:srgbClr val="D9E4F2"/>
                </a:solidFill>
                <a:latin typeface="Calibri" pitchFamily="34" charset="0"/>
                <a:ea typeface="Calibri" pitchFamily="34" charset="-122"/>
                <a:cs typeface="Calibri" pitchFamily="34" charset="-120"/>
              </a:rPr>
              <a:t>AI Act (UE): identificar deepfakes (ago. 2026)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La </a:t>
            </a:r>
            <a:r>
              <a:rPr lang="en-US" sz="2500" b="1" dirty="0" err="1">
                <a:solidFill>
                  <a:srgbClr val="0F2A4A"/>
                </a:solidFill>
                <a:latin typeface="Cambria" pitchFamily="34" charset="0"/>
                <a:ea typeface="Cambria" pitchFamily="34" charset="-122"/>
                <a:cs typeface="Cambria" pitchFamily="34" charset="-120"/>
              </a:rPr>
              <a:t>oportunidad</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Los conjuntos de datos públicos estaban obsoletos</a:t>
            </a:r>
            <a:endParaRPr lang="en-US" sz="1300" dirty="0"/>
          </a:p>
        </p:txBody>
      </p:sp>
      <p:sp>
        <p:nvSpPr>
          <p:cNvPr id="6" name="Shape 4"/>
          <p:cNvSpPr/>
          <p:nvPr/>
        </p:nvSpPr>
        <p:spPr>
          <a:xfrm>
            <a:off x="548640" y="1508760"/>
            <a:ext cx="3611880" cy="2834640"/>
          </a:xfrm>
          <a:prstGeom prst="roundRect">
            <a:avLst>
              <a:gd name="adj" fmla="val 2258"/>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Text 5"/>
          <p:cNvSpPr/>
          <p:nvPr/>
        </p:nvSpPr>
        <p:spPr>
          <a:xfrm>
            <a:off x="731520" y="1691640"/>
            <a:ext cx="3291840" cy="365760"/>
          </a:xfrm>
          <a:prstGeom prst="rect">
            <a:avLst/>
          </a:prstGeom>
          <a:noFill/>
          <a:ln/>
        </p:spPr>
        <p:txBody>
          <a:bodyPr wrap="square" lIns="0" tIns="0" rIns="0" bIns="0" rtlCol="0" anchor="ctr"/>
          <a:lstStyle/>
          <a:p>
            <a:pPr marL="0" indent="0">
              <a:buNone/>
            </a:pPr>
            <a:r>
              <a:rPr lang="en-US" sz="1700" b="1" dirty="0">
                <a:solidFill>
                  <a:srgbClr val="667C96"/>
                </a:solidFill>
                <a:latin typeface="Cambria" pitchFamily="34" charset="0"/>
                <a:ea typeface="Cambria" pitchFamily="34" charset="-122"/>
                <a:cs typeface="Cambria" pitchFamily="34" charset="-120"/>
              </a:rPr>
              <a:t>El obstáculo</a:t>
            </a:r>
            <a:endParaRPr lang="en-US" sz="1700" dirty="0"/>
          </a:p>
        </p:txBody>
      </p:sp>
      <p:sp>
        <p:nvSpPr>
          <p:cNvPr id="8" name="Text 6"/>
          <p:cNvSpPr/>
          <p:nvPr/>
        </p:nvSpPr>
        <p:spPr>
          <a:xfrm>
            <a:off x="777240" y="2148840"/>
            <a:ext cx="3200400" cy="201168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B2A3D"/>
                </a:solidFill>
                <a:latin typeface="Calibri" pitchFamily="34" charset="0"/>
                <a:ea typeface="Calibri" pitchFamily="34" charset="-122"/>
                <a:cs typeface="Calibri" pitchFamily="34" charset="-120"/>
              </a:rPr>
              <a:t>Construidos sobre generadores de varias generaciones atrás.</a:t>
            </a:r>
            <a:endParaRPr lang="en-US" sz="1350" dirty="0"/>
          </a:p>
          <a:p>
            <a:pPr marL="342900" indent="-342900">
              <a:spcAft>
                <a:spcPts val="1000"/>
              </a:spcAft>
              <a:buSzPct val="100000"/>
              <a:buChar char="•"/>
            </a:pPr>
            <a:r>
              <a:rPr lang="es-ES" sz="1350" noProof="0" dirty="0">
                <a:solidFill>
                  <a:srgbClr val="1B2A3D"/>
                </a:solidFill>
                <a:latin typeface="Calibri" pitchFamily="34" charset="0"/>
                <a:ea typeface="Calibri" pitchFamily="34" charset="-122"/>
                <a:cs typeface="Calibri" pitchFamily="34" charset="-120"/>
              </a:rPr>
              <a:t>No representan los vídeos que circulan en la actualidad.</a:t>
            </a:r>
            <a:endParaRPr lang="es-ES" sz="1350" noProof="0" dirty="0"/>
          </a:p>
          <a:p>
            <a:pPr marL="342900" indent="-342900">
              <a:buSzPct val="100000"/>
              <a:buChar char="•"/>
            </a:pPr>
            <a:r>
              <a:rPr lang="en-US" sz="1350" dirty="0">
                <a:solidFill>
                  <a:srgbClr val="1B2A3D"/>
                </a:solidFill>
                <a:latin typeface="Calibri" pitchFamily="34" charset="0"/>
                <a:ea typeface="Calibri" pitchFamily="34" charset="-122"/>
                <a:cs typeface="Calibri" pitchFamily="34" charset="-120"/>
              </a:rPr>
              <a:t>Sin etiquetar por plataforma de origen.</a:t>
            </a:r>
            <a:endParaRPr lang="en-US" sz="1350" dirty="0"/>
          </a:p>
        </p:txBody>
      </p:sp>
      <p:sp>
        <p:nvSpPr>
          <p:cNvPr id="9" name="Shape 7"/>
          <p:cNvSpPr/>
          <p:nvPr/>
        </p:nvSpPr>
        <p:spPr>
          <a:xfrm>
            <a:off x="4297680" y="2651760"/>
            <a:ext cx="548640" cy="548640"/>
          </a:xfrm>
          <a:prstGeom prst="rightArrow">
            <a:avLst/>
          </a:prstGeom>
          <a:solidFill>
            <a:srgbClr val="4A78B5"/>
          </a:solidFill>
          <a:ln/>
        </p:spPr>
        <p:txBody>
          <a:bodyPr/>
          <a:lstStyle/>
          <a:p>
            <a:endParaRPr lang="es-ES"/>
          </a:p>
        </p:txBody>
      </p:sp>
      <p:sp>
        <p:nvSpPr>
          <p:cNvPr id="10" name="Shape 8"/>
          <p:cNvSpPr/>
          <p:nvPr/>
        </p:nvSpPr>
        <p:spPr>
          <a:xfrm>
            <a:off x="4983480" y="1508760"/>
            <a:ext cx="3611880" cy="2834640"/>
          </a:xfrm>
          <a:prstGeom prst="roundRect">
            <a:avLst>
              <a:gd name="adj" fmla="val 2258"/>
            </a:avLst>
          </a:prstGeom>
          <a:solidFill>
            <a:srgbClr val="0F2A4A"/>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dirty="0"/>
          </a:p>
        </p:txBody>
      </p:sp>
      <p:sp>
        <p:nvSpPr>
          <p:cNvPr id="13" name="Text 10"/>
          <p:cNvSpPr/>
          <p:nvPr/>
        </p:nvSpPr>
        <p:spPr>
          <a:xfrm>
            <a:off x="5231674" y="1645920"/>
            <a:ext cx="256032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La decisión</a:t>
            </a:r>
            <a:endParaRPr lang="en-US" sz="1700" dirty="0"/>
          </a:p>
        </p:txBody>
      </p:sp>
      <p:sp>
        <p:nvSpPr>
          <p:cNvPr id="14" name="Text 11"/>
          <p:cNvSpPr/>
          <p:nvPr/>
        </p:nvSpPr>
        <p:spPr>
          <a:xfrm>
            <a:off x="5212080" y="2171701"/>
            <a:ext cx="3200400" cy="17373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7F0FB"/>
                </a:solidFill>
                <a:latin typeface="Calibri" pitchFamily="34" charset="0"/>
                <a:ea typeface="Calibri" pitchFamily="34" charset="-122"/>
                <a:cs typeface="Calibri" pitchFamily="34" charset="-120"/>
              </a:rPr>
              <a:t>Construir un dataset propio, de forma manual.</a:t>
            </a:r>
            <a:endParaRPr lang="en-US" sz="1350" dirty="0"/>
          </a:p>
          <a:p>
            <a:pPr marL="342900" indent="-342900">
              <a:spcAft>
                <a:spcPts val="1000"/>
              </a:spcAft>
              <a:buSzPct val="100000"/>
              <a:buChar char="•"/>
            </a:pPr>
            <a:r>
              <a:rPr lang="en-US" sz="1350" dirty="0">
                <a:solidFill>
                  <a:srgbClr val="E7F0FB"/>
                </a:solidFill>
                <a:latin typeface="Calibri" pitchFamily="34" charset="0"/>
                <a:ea typeface="Calibri" pitchFamily="34" charset="-122"/>
                <a:cs typeface="Calibri" pitchFamily="34" charset="-120"/>
              </a:rPr>
              <a:t>Vídeo a vídeo, descartando los dudosos.</a:t>
            </a:r>
            <a:endParaRPr lang="en-US" sz="1350" dirty="0"/>
          </a:p>
          <a:p>
            <a:pPr marL="342900" indent="-342900">
              <a:buSzPct val="100000"/>
              <a:buChar char="•"/>
            </a:pPr>
            <a:r>
              <a:rPr lang="en-US" sz="1350" dirty="0">
                <a:solidFill>
                  <a:srgbClr val="E7F0FB"/>
                </a:solidFill>
                <a:latin typeface="Calibri" pitchFamily="34" charset="0"/>
                <a:ea typeface="Calibri" pitchFamily="34" charset="-122"/>
                <a:cs typeface="Calibri" pitchFamily="34" charset="-120"/>
              </a:rPr>
              <a:t>Etiquetado por procedencia: base del análisis por plataforma.</a:t>
            </a:r>
            <a:endParaRPr lang="en-US" sz="1350" dirty="0"/>
          </a:p>
        </p:txBody>
      </p:sp>
      <p:sp>
        <p:nvSpPr>
          <p:cNvPr id="15" name="Text 12"/>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Objetivo del trabajo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Un sistema híbrido, justificado y trazable</a:t>
            </a:r>
            <a:endParaRPr lang="en-US" sz="1300" dirty="0"/>
          </a:p>
        </p:txBody>
      </p:sp>
      <p:sp>
        <p:nvSpPr>
          <p:cNvPr id="6" name="Shape 4"/>
          <p:cNvSpPr/>
          <p:nvPr/>
        </p:nvSpPr>
        <p:spPr>
          <a:xfrm>
            <a:off x="548640" y="1463040"/>
            <a:ext cx="8046720" cy="914400"/>
          </a:xfrm>
          <a:prstGeom prst="roundRect">
            <a:avLst>
              <a:gd name="adj" fmla="val 7000"/>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Text 5"/>
          <p:cNvSpPr/>
          <p:nvPr/>
        </p:nvSpPr>
        <p:spPr>
          <a:xfrm>
            <a:off x="868680" y="1463040"/>
            <a:ext cx="7406640" cy="914400"/>
          </a:xfrm>
          <a:prstGeom prst="rect">
            <a:avLst/>
          </a:prstGeom>
          <a:noFill/>
          <a:ln/>
        </p:spPr>
        <p:txBody>
          <a:bodyPr wrap="square" lIns="0" tIns="0" rIns="0" bIns="0" rtlCol="0" anchor="ctr"/>
          <a:lstStyle/>
          <a:p>
            <a:pPr marL="0" indent="0">
              <a:buNone/>
            </a:pPr>
            <a:r>
              <a:rPr lang="en-US" sz="1450" dirty="0">
                <a:solidFill>
                  <a:srgbClr val="1B2A3D"/>
                </a:solidFill>
                <a:latin typeface="Calibri" pitchFamily="34" charset="0"/>
                <a:ea typeface="Calibri" pitchFamily="34" charset="-122"/>
                <a:cs typeface="Calibri" pitchFamily="34" charset="-120"/>
              </a:rPr>
              <a:t>Diseñar, implementar y validar un sistema que combine </a:t>
            </a:r>
            <a:r>
              <a:rPr lang="en-US" sz="1450" b="1" dirty="0">
                <a:solidFill>
                  <a:srgbClr val="0F2A4A"/>
                </a:solidFill>
                <a:latin typeface="Calibri" pitchFamily="34" charset="0"/>
                <a:ea typeface="Calibri" pitchFamily="34" charset="-122"/>
                <a:cs typeface="Calibri" pitchFamily="34" charset="-120"/>
              </a:rPr>
              <a:t>análisis forense de bajo nivel, clasificación supervisada y razonamiento multimodal</a:t>
            </a:r>
            <a:r>
              <a:rPr lang="en-US" sz="1450" dirty="0">
                <a:solidFill>
                  <a:srgbClr val="1B2A3D"/>
                </a:solidFill>
                <a:latin typeface="Calibri" pitchFamily="34" charset="0"/>
                <a:ea typeface="Calibri" pitchFamily="34" charset="-122"/>
                <a:cs typeface="Calibri" pitchFamily="34" charset="-120"/>
              </a:rPr>
              <a:t>, entregando al usuario un veredicto justificado a través de una aplicación web.</a:t>
            </a:r>
            <a:endParaRPr lang="en-US" sz="1450" dirty="0"/>
          </a:p>
        </p:txBody>
      </p:sp>
      <p:sp>
        <p:nvSpPr>
          <p:cNvPr id="8" name="Shape 6"/>
          <p:cNvSpPr/>
          <p:nvPr/>
        </p:nvSpPr>
        <p:spPr>
          <a:xfrm>
            <a:off x="548640" y="2606040"/>
            <a:ext cx="2560320" cy="1874520"/>
          </a:xfrm>
          <a:prstGeom prst="roundRect">
            <a:avLst>
              <a:gd name="adj" fmla="val 3415"/>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9" name="Shape 7"/>
          <p:cNvSpPr/>
          <p:nvPr/>
        </p:nvSpPr>
        <p:spPr>
          <a:xfrm>
            <a:off x="1554480" y="2788920"/>
            <a:ext cx="548640" cy="548640"/>
          </a:xfrm>
          <a:prstGeom prst="ellipse">
            <a:avLst/>
          </a:prstGeom>
          <a:solidFill>
            <a:srgbClr val="0F2A4A"/>
          </a:solidFill>
          <a:ln/>
        </p:spPr>
        <p:txBody>
          <a:bodyPr/>
          <a:lstStyle/>
          <a:p>
            <a:endParaRPr lang="es-ES"/>
          </a:p>
        </p:txBody>
      </p:sp>
      <p:pic>
        <p:nvPicPr>
          <p:cNvPr id="10" name="Image 0" descr="preencoded.png"/>
          <p:cNvPicPr>
            <a:picLocks noChangeAspect="1"/>
          </p:cNvPicPr>
          <p:nvPr/>
        </p:nvPicPr>
        <p:blipFill>
          <a:blip r:embed="rId3"/>
          <a:stretch>
            <a:fillRect/>
          </a:stretch>
        </p:blipFill>
        <p:spPr>
          <a:xfrm>
            <a:off x="1686154" y="2920594"/>
            <a:ext cx="285293" cy="285293"/>
          </a:xfrm>
          <a:prstGeom prst="rect">
            <a:avLst/>
          </a:prstGeom>
        </p:spPr>
      </p:pic>
      <p:sp>
        <p:nvSpPr>
          <p:cNvPr id="11" name="Text 8"/>
          <p:cNvSpPr/>
          <p:nvPr/>
        </p:nvSpPr>
        <p:spPr>
          <a:xfrm>
            <a:off x="685800" y="3401568"/>
            <a:ext cx="2286000" cy="320040"/>
          </a:xfrm>
          <a:prstGeom prst="rect">
            <a:avLst/>
          </a:prstGeom>
          <a:noFill/>
          <a:ln/>
        </p:spPr>
        <p:txBody>
          <a:bodyPr wrap="square" lIns="0" tIns="0" rIns="0" bIns="0" rtlCol="0" anchor="ctr"/>
          <a:lstStyle/>
          <a:p>
            <a:pPr marL="0" indent="0" algn="ctr">
              <a:buNone/>
            </a:pPr>
            <a:r>
              <a:rPr lang="en-US" sz="1600" b="1" dirty="0">
                <a:solidFill>
                  <a:srgbClr val="1F5AA6"/>
                </a:solidFill>
                <a:latin typeface="Cambria" pitchFamily="34" charset="0"/>
                <a:ea typeface="Cambria" pitchFamily="34" charset="-122"/>
                <a:cs typeface="Cambria" pitchFamily="34" charset="-120"/>
              </a:rPr>
              <a:t>Interpretable</a:t>
            </a:r>
            <a:endParaRPr lang="en-US" sz="1600" dirty="0"/>
          </a:p>
        </p:txBody>
      </p:sp>
      <p:sp>
        <p:nvSpPr>
          <p:cNvPr id="12" name="Text 9"/>
          <p:cNvSpPr/>
          <p:nvPr/>
        </p:nvSpPr>
        <p:spPr>
          <a:xfrm>
            <a:off x="731520" y="3749040"/>
            <a:ext cx="2194560" cy="640080"/>
          </a:xfrm>
          <a:prstGeom prst="rect">
            <a:avLst/>
          </a:prstGeom>
          <a:noFill/>
          <a:ln/>
        </p:spPr>
        <p:txBody>
          <a:bodyPr wrap="square" lIns="0" tIns="0" rIns="0" bIns="0" rtlCol="0" anchor="t"/>
          <a:lstStyle/>
          <a:p>
            <a:pPr marL="0" indent="0" algn="ctr">
              <a:buNone/>
            </a:pPr>
            <a:r>
              <a:rPr lang="en-US" sz="1250" dirty="0">
                <a:solidFill>
                  <a:srgbClr val="1B2A3D"/>
                </a:solidFill>
                <a:latin typeface="Calibri" pitchFamily="34" charset="0"/>
                <a:ea typeface="Calibri" pitchFamily="34" charset="-122"/>
                <a:cs typeface="Calibri" pitchFamily="34" charset="-120"/>
              </a:rPr>
              <a:t>Cada decisión, visible y explicable.</a:t>
            </a:r>
            <a:endParaRPr lang="en-US" sz="1250" dirty="0"/>
          </a:p>
        </p:txBody>
      </p:sp>
      <p:sp>
        <p:nvSpPr>
          <p:cNvPr id="13" name="Shape 10"/>
          <p:cNvSpPr/>
          <p:nvPr/>
        </p:nvSpPr>
        <p:spPr>
          <a:xfrm>
            <a:off x="3310128" y="2606040"/>
            <a:ext cx="2560320" cy="1874520"/>
          </a:xfrm>
          <a:prstGeom prst="roundRect">
            <a:avLst>
              <a:gd name="adj" fmla="val 3415"/>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4" name="Shape 11"/>
          <p:cNvSpPr/>
          <p:nvPr/>
        </p:nvSpPr>
        <p:spPr>
          <a:xfrm>
            <a:off x="4315968" y="2788920"/>
            <a:ext cx="548640" cy="548640"/>
          </a:xfrm>
          <a:prstGeom prst="ellipse">
            <a:avLst/>
          </a:prstGeom>
          <a:solidFill>
            <a:srgbClr val="0F2A4A"/>
          </a:solidFill>
          <a:ln/>
        </p:spPr>
        <p:txBody>
          <a:bodyPr/>
          <a:lstStyle/>
          <a:p>
            <a:endParaRPr lang="es-ES"/>
          </a:p>
        </p:txBody>
      </p:sp>
      <p:pic>
        <p:nvPicPr>
          <p:cNvPr id="15" name="Image 1" descr="preencoded.png"/>
          <p:cNvPicPr>
            <a:picLocks noChangeAspect="1"/>
          </p:cNvPicPr>
          <p:nvPr/>
        </p:nvPicPr>
        <p:blipFill>
          <a:blip r:embed="rId4"/>
          <a:stretch>
            <a:fillRect/>
          </a:stretch>
        </p:blipFill>
        <p:spPr>
          <a:xfrm>
            <a:off x="4447642" y="2920594"/>
            <a:ext cx="285293" cy="285293"/>
          </a:xfrm>
          <a:prstGeom prst="rect">
            <a:avLst/>
          </a:prstGeom>
        </p:spPr>
      </p:pic>
      <p:sp>
        <p:nvSpPr>
          <p:cNvPr id="16" name="Text 12"/>
          <p:cNvSpPr/>
          <p:nvPr/>
        </p:nvSpPr>
        <p:spPr>
          <a:xfrm>
            <a:off x="3447288" y="3401568"/>
            <a:ext cx="2286000" cy="320040"/>
          </a:xfrm>
          <a:prstGeom prst="rect">
            <a:avLst/>
          </a:prstGeom>
          <a:noFill/>
          <a:ln/>
        </p:spPr>
        <p:txBody>
          <a:bodyPr wrap="square" lIns="0" tIns="0" rIns="0" bIns="0" rtlCol="0" anchor="ctr"/>
          <a:lstStyle/>
          <a:p>
            <a:pPr marL="0" indent="0" algn="ctr">
              <a:buNone/>
            </a:pPr>
            <a:r>
              <a:rPr lang="en-US" sz="1600" b="1" dirty="0">
                <a:solidFill>
                  <a:srgbClr val="1F5AA6"/>
                </a:solidFill>
                <a:latin typeface="Cambria" pitchFamily="34" charset="0"/>
                <a:ea typeface="Cambria" pitchFamily="34" charset="-122"/>
                <a:cs typeface="Cambria" pitchFamily="34" charset="-120"/>
              </a:rPr>
              <a:t>Por plataforma</a:t>
            </a:r>
            <a:endParaRPr lang="en-US" sz="1600" dirty="0"/>
          </a:p>
        </p:txBody>
      </p:sp>
      <p:sp>
        <p:nvSpPr>
          <p:cNvPr id="17" name="Text 13"/>
          <p:cNvSpPr/>
          <p:nvPr/>
        </p:nvSpPr>
        <p:spPr>
          <a:xfrm>
            <a:off x="3493008" y="3749040"/>
            <a:ext cx="2194560" cy="640080"/>
          </a:xfrm>
          <a:prstGeom prst="rect">
            <a:avLst/>
          </a:prstGeom>
          <a:noFill/>
          <a:ln/>
        </p:spPr>
        <p:txBody>
          <a:bodyPr wrap="square" lIns="0" tIns="0" rIns="0" bIns="0" rtlCol="0" anchor="t"/>
          <a:lstStyle/>
          <a:p>
            <a:pPr marL="0" indent="0" algn="ctr">
              <a:buNone/>
            </a:pPr>
            <a:r>
              <a:rPr lang="en-US" sz="1250" dirty="0">
                <a:solidFill>
                  <a:srgbClr val="1B2A3D"/>
                </a:solidFill>
                <a:latin typeface="Calibri" pitchFamily="34" charset="0"/>
                <a:ea typeface="Calibri" pitchFamily="34" charset="-122"/>
                <a:cs typeface="Calibri" pitchFamily="34" charset="-120"/>
              </a:rPr>
              <a:t>Especializado según el origen del vídeo.</a:t>
            </a:r>
            <a:endParaRPr lang="en-US" sz="1250" dirty="0"/>
          </a:p>
        </p:txBody>
      </p:sp>
      <p:sp>
        <p:nvSpPr>
          <p:cNvPr id="18" name="Shape 14"/>
          <p:cNvSpPr/>
          <p:nvPr/>
        </p:nvSpPr>
        <p:spPr>
          <a:xfrm>
            <a:off x="6071616" y="2606040"/>
            <a:ext cx="2560320" cy="1874520"/>
          </a:xfrm>
          <a:prstGeom prst="roundRect">
            <a:avLst>
              <a:gd name="adj" fmla="val 3415"/>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9" name="Shape 15"/>
          <p:cNvSpPr/>
          <p:nvPr/>
        </p:nvSpPr>
        <p:spPr>
          <a:xfrm>
            <a:off x="7077456" y="2788920"/>
            <a:ext cx="548640" cy="548640"/>
          </a:xfrm>
          <a:prstGeom prst="ellipse">
            <a:avLst/>
          </a:prstGeom>
          <a:solidFill>
            <a:srgbClr val="0F2A4A"/>
          </a:solidFill>
          <a:ln/>
        </p:spPr>
        <p:txBody>
          <a:bodyPr/>
          <a:lstStyle/>
          <a:p>
            <a:endParaRPr lang="es-ES"/>
          </a:p>
        </p:txBody>
      </p:sp>
      <p:pic>
        <p:nvPicPr>
          <p:cNvPr id="20" name="Image 2" descr="preencoded.png"/>
          <p:cNvPicPr>
            <a:picLocks noChangeAspect="1"/>
          </p:cNvPicPr>
          <p:nvPr/>
        </p:nvPicPr>
        <p:blipFill>
          <a:blip r:embed="rId5"/>
          <a:stretch>
            <a:fillRect/>
          </a:stretch>
        </p:blipFill>
        <p:spPr>
          <a:xfrm>
            <a:off x="7209130" y="2920594"/>
            <a:ext cx="285293" cy="285293"/>
          </a:xfrm>
          <a:prstGeom prst="rect">
            <a:avLst/>
          </a:prstGeom>
        </p:spPr>
      </p:pic>
      <p:sp>
        <p:nvSpPr>
          <p:cNvPr id="21" name="Text 16"/>
          <p:cNvSpPr/>
          <p:nvPr/>
        </p:nvSpPr>
        <p:spPr>
          <a:xfrm>
            <a:off x="6208776" y="3401568"/>
            <a:ext cx="2286000" cy="320040"/>
          </a:xfrm>
          <a:prstGeom prst="rect">
            <a:avLst/>
          </a:prstGeom>
          <a:noFill/>
          <a:ln/>
        </p:spPr>
        <p:txBody>
          <a:bodyPr wrap="square" lIns="0" tIns="0" rIns="0" bIns="0" rtlCol="0" anchor="ctr"/>
          <a:lstStyle/>
          <a:p>
            <a:pPr marL="0" indent="0" algn="ctr">
              <a:buNone/>
            </a:pPr>
            <a:r>
              <a:rPr lang="en-US" sz="1600" b="1" dirty="0">
                <a:solidFill>
                  <a:srgbClr val="1F5AA6"/>
                </a:solidFill>
                <a:latin typeface="Cambria" pitchFamily="34" charset="0"/>
                <a:ea typeface="Cambria" pitchFamily="34" charset="-122"/>
                <a:cs typeface="Cambria" pitchFamily="34" charset="-120"/>
              </a:rPr>
              <a:t>Condiciones reales</a:t>
            </a:r>
            <a:endParaRPr lang="en-US" sz="1600" dirty="0"/>
          </a:p>
        </p:txBody>
      </p:sp>
      <p:sp>
        <p:nvSpPr>
          <p:cNvPr id="22" name="Text 17"/>
          <p:cNvSpPr/>
          <p:nvPr/>
        </p:nvSpPr>
        <p:spPr>
          <a:xfrm>
            <a:off x="6254496" y="3749040"/>
            <a:ext cx="2194560" cy="640080"/>
          </a:xfrm>
          <a:prstGeom prst="rect">
            <a:avLst/>
          </a:prstGeom>
          <a:noFill/>
          <a:ln/>
        </p:spPr>
        <p:txBody>
          <a:bodyPr wrap="square" lIns="0" tIns="0" rIns="0" bIns="0" rtlCol="0" anchor="t"/>
          <a:lstStyle/>
          <a:p>
            <a:pPr marL="0" indent="0" algn="ctr">
              <a:buNone/>
            </a:pPr>
            <a:r>
              <a:rPr lang="es-ES" sz="1250" noProof="0" dirty="0">
                <a:solidFill>
                  <a:srgbClr val="1B2A3D"/>
                </a:solidFill>
                <a:latin typeface="Calibri" pitchFamily="34" charset="0"/>
                <a:ea typeface="Calibri" pitchFamily="34" charset="-122"/>
                <a:cs typeface="Calibri" pitchFamily="34" charset="-120"/>
              </a:rPr>
              <a:t>Medido en su caso de uso real.</a:t>
            </a:r>
            <a:endParaRPr lang="es-ES" sz="1250" noProof="0" dirty="0"/>
          </a:p>
        </p:txBody>
      </p:sp>
      <p:sp>
        <p:nvSpPr>
          <p:cNvPr id="23" name="Text 18"/>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s-ES" sz="2500" b="1" noProof="0" dirty="0">
                <a:solidFill>
                  <a:srgbClr val="0F2A4A"/>
                </a:solidFill>
                <a:latin typeface="Cambria" pitchFamily="34" charset="0"/>
                <a:ea typeface="Cambria" pitchFamily="34" charset="-122"/>
                <a:cs typeface="Cambria" pitchFamily="34" charset="-120"/>
              </a:rPr>
              <a:t>Decisiones de diseño</a:t>
            </a:r>
            <a:endParaRPr lang="es-ES" sz="2500" noProof="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No perseguir el máximo acierto, sino la interpretabilidad</a:t>
            </a:r>
            <a:endParaRPr lang="en-US" sz="1300" dirty="0"/>
          </a:p>
        </p:txBody>
      </p:sp>
      <p:sp>
        <p:nvSpPr>
          <p:cNvPr id="6" name="Shape 4"/>
          <p:cNvSpPr/>
          <p:nvPr/>
        </p:nvSpPr>
        <p:spPr>
          <a:xfrm>
            <a:off x="548640" y="1463040"/>
            <a:ext cx="3977640" cy="3017520"/>
          </a:xfrm>
          <a:prstGeom prst="roundRect">
            <a:avLst>
              <a:gd name="adj" fmla="val 2121"/>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Text 5"/>
          <p:cNvSpPr/>
          <p:nvPr/>
        </p:nvSpPr>
        <p:spPr>
          <a:xfrm>
            <a:off x="777240" y="1627632"/>
            <a:ext cx="3566160" cy="548640"/>
          </a:xfrm>
          <a:prstGeom prst="rect">
            <a:avLst/>
          </a:prstGeom>
          <a:noFill/>
          <a:ln/>
        </p:spPr>
        <p:txBody>
          <a:bodyPr wrap="square" lIns="0" tIns="0" rIns="0" bIns="0" rtlCol="0" anchor="ctr"/>
          <a:lstStyle/>
          <a:p>
            <a:pPr marL="0" indent="0">
              <a:buNone/>
            </a:pPr>
            <a:r>
              <a:rPr lang="en-US" sz="1550" b="1" dirty="0">
                <a:solidFill>
                  <a:srgbClr val="0F2A4A"/>
                </a:solidFill>
                <a:latin typeface="Cambria" pitchFamily="34" charset="0"/>
                <a:ea typeface="Cambria" pitchFamily="34" charset="-122"/>
                <a:cs typeface="Cambria" pitchFamily="34" charset="-120"/>
              </a:rPr>
              <a:t>¿Por qué no una red neuronal sobre los píxeles?</a:t>
            </a:r>
            <a:endParaRPr lang="en-US" sz="1550" dirty="0"/>
          </a:p>
        </p:txBody>
      </p:sp>
      <p:sp>
        <p:nvSpPr>
          <p:cNvPr id="8" name="Text 6"/>
          <p:cNvSpPr/>
          <p:nvPr/>
        </p:nvSpPr>
        <p:spPr>
          <a:xfrm>
            <a:off x="822960" y="2286000"/>
            <a:ext cx="3429000" cy="210312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A3D"/>
                </a:solidFill>
                <a:latin typeface="Calibri" pitchFamily="34" charset="0"/>
                <a:ea typeface="Calibri" pitchFamily="34" charset="-122"/>
                <a:cs typeface="Calibri" pitchFamily="34" charset="-120"/>
              </a:rPr>
              <a:t>Coste computacional inasumible sobre vídeo, con reentrenos repetidos.</a:t>
            </a:r>
            <a:endParaRPr lang="en-US" sz="1350" dirty="0"/>
          </a:p>
          <a:p>
            <a:pPr marL="342900" indent="-342900">
              <a:spcAft>
                <a:spcPts val="1200"/>
              </a:spcAft>
              <a:buSzPct val="100000"/>
              <a:buChar char="•"/>
            </a:pPr>
            <a:r>
              <a:rPr lang="en-US" sz="1350" dirty="0">
                <a:solidFill>
                  <a:srgbClr val="1B2A3D"/>
                </a:solidFill>
                <a:latin typeface="Calibri" pitchFamily="34" charset="0"/>
                <a:ea typeface="Calibri" pitchFamily="34" charset="-122"/>
                <a:cs typeface="Calibri" pitchFamily="34" charset="-120"/>
              </a:rPr>
              <a:t>Es una caja negra: da un veredicto, pero no el porqué.</a:t>
            </a:r>
            <a:endParaRPr lang="en-US" sz="1350" dirty="0"/>
          </a:p>
          <a:p>
            <a:pPr marL="342900" indent="-342900">
              <a:buSzPct val="100000"/>
              <a:buChar char="•"/>
            </a:pPr>
            <a:r>
              <a:rPr lang="en-US" sz="1350" dirty="0">
                <a:solidFill>
                  <a:srgbClr val="1B2A3D"/>
                </a:solidFill>
                <a:latin typeface="Calibri" pitchFamily="34" charset="0"/>
                <a:ea typeface="Calibri" pitchFamily="34" charset="-122"/>
                <a:cs typeface="Calibri" pitchFamily="34" charset="-120"/>
              </a:rPr>
              <a:t>Sin justificación, un veredicto pierde valor forense o periodístico.</a:t>
            </a:r>
            <a:endParaRPr lang="en-US" sz="1350" dirty="0"/>
          </a:p>
        </p:txBody>
      </p:sp>
      <p:sp>
        <p:nvSpPr>
          <p:cNvPr id="9" name="Shape 7"/>
          <p:cNvSpPr/>
          <p:nvPr/>
        </p:nvSpPr>
        <p:spPr>
          <a:xfrm>
            <a:off x="4800600" y="1463040"/>
            <a:ext cx="3794760" cy="3017520"/>
          </a:xfrm>
          <a:prstGeom prst="roundRect">
            <a:avLst>
              <a:gd name="adj" fmla="val 2121"/>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0" name="Text 8"/>
          <p:cNvSpPr/>
          <p:nvPr/>
        </p:nvSpPr>
        <p:spPr>
          <a:xfrm>
            <a:off x="5029200" y="1627632"/>
            <a:ext cx="3383280" cy="548640"/>
          </a:xfrm>
          <a:prstGeom prst="rect">
            <a:avLst/>
          </a:prstGeom>
          <a:noFill/>
          <a:ln/>
        </p:spPr>
        <p:txBody>
          <a:bodyPr wrap="square" lIns="0" tIns="0" rIns="0" bIns="0" rtlCol="0" anchor="ctr"/>
          <a:lstStyle/>
          <a:p>
            <a:pPr marL="0" indent="0">
              <a:buNone/>
            </a:pPr>
            <a:r>
              <a:rPr lang="en-US" sz="1550" b="1" dirty="0">
                <a:solidFill>
                  <a:srgbClr val="0F2A4A"/>
                </a:solidFill>
                <a:latin typeface="Cambria" pitchFamily="34" charset="0"/>
                <a:ea typeface="Cambria" pitchFamily="34" charset="-122"/>
                <a:cs typeface="Cambria" pitchFamily="34" charset="-120"/>
              </a:rPr>
              <a:t>El hueco que dejan las soluciones actuales</a:t>
            </a:r>
            <a:endParaRPr lang="en-US" sz="1550" dirty="0"/>
          </a:p>
        </p:txBody>
      </p:sp>
      <p:sp>
        <p:nvSpPr>
          <p:cNvPr id="11" name="Text 9"/>
          <p:cNvSpPr/>
          <p:nvPr/>
        </p:nvSpPr>
        <p:spPr>
          <a:xfrm>
            <a:off x="5074920" y="2286000"/>
            <a:ext cx="3337560" cy="210312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B2A3D"/>
                </a:solidFill>
                <a:latin typeface="Calibri" pitchFamily="34" charset="0"/>
                <a:ea typeface="Calibri" pitchFamily="34" charset="-122"/>
                <a:cs typeface="Calibri" pitchFamily="34" charset="-120"/>
              </a:rPr>
              <a:t>Son cajas negras que no justifican su puntuación.</a:t>
            </a:r>
            <a:endParaRPr lang="en-US" sz="1350" dirty="0"/>
          </a:p>
          <a:p>
            <a:pPr marL="342900" indent="-342900">
              <a:spcAft>
                <a:spcPts val="1200"/>
              </a:spcAft>
              <a:buSzPct val="100000"/>
              <a:buChar char="•"/>
            </a:pPr>
            <a:r>
              <a:rPr lang="en-US" sz="1350" dirty="0">
                <a:solidFill>
                  <a:srgbClr val="1B2A3D"/>
                </a:solidFill>
                <a:latin typeface="Calibri" pitchFamily="34" charset="0"/>
                <a:ea typeface="Calibri" pitchFamily="34" charset="-122"/>
                <a:cs typeface="Calibri" pitchFamily="34" charset="-120"/>
              </a:rPr>
              <a:t>De pago y orientadas a empresas.</a:t>
            </a:r>
            <a:endParaRPr lang="en-US" sz="1350" dirty="0"/>
          </a:p>
          <a:p>
            <a:pPr marL="342900" indent="-342900">
              <a:buSzPct val="100000"/>
              <a:buChar char="•"/>
            </a:pPr>
            <a:r>
              <a:rPr lang="es-ES" sz="1350" noProof="0" dirty="0">
                <a:solidFill>
                  <a:srgbClr val="1B2A3D"/>
                </a:solidFill>
                <a:latin typeface="Calibri" pitchFamily="34" charset="0"/>
                <a:ea typeface="Calibri" pitchFamily="34" charset="-122"/>
                <a:cs typeface="Calibri" pitchFamily="34" charset="-120"/>
              </a:rPr>
              <a:t>Algunos dependen de detectar una cara: ciegas ante el contenido sin rostros.</a:t>
            </a:r>
            <a:endParaRPr lang="es-ES" sz="1350" noProof="0" dirty="0"/>
          </a:p>
        </p:txBody>
      </p:sp>
      <p:sp>
        <p:nvSpPr>
          <p:cNvPr id="12" name="Text 10"/>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Arquitectura: un pipeline de extremo a extremo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Nueve etapas, un enfoque modular e interpretable</a:t>
            </a:r>
            <a:endParaRPr lang="en-US" sz="1300" dirty="0"/>
          </a:p>
        </p:txBody>
      </p:sp>
      <p:sp>
        <p:nvSpPr>
          <p:cNvPr id="6" name="Shape 4"/>
          <p:cNvSpPr/>
          <p:nvPr/>
        </p:nvSpPr>
        <p:spPr>
          <a:xfrm>
            <a:off x="438912" y="1600200"/>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7" name="Text 5"/>
          <p:cNvSpPr/>
          <p:nvPr/>
        </p:nvSpPr>
        <p:spPr>
          <a:xfrm>
            <a:off x="484632" y="1600200"/>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1  </a:t>
            </a:r>
            <a:r>
              <a:rPr lang="en-US" sz="1050" dirty="0">
                <a:solidFill>
                  <a:srgbClr val="1B2A3D"/>
                </a:solidFill>
                <a:latin typeface="Calibri" pitchFamily="34" charset="0"/>
                <a:ea typeface="Calibri" pitchFamily="34" charset="-122"/>
                <a:cs typeface="Calibri" pitchFamily="34" charset="-120"/>
              </a:rPr>
              <a:t>Entrada</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(archivo / URL)</a:t>
            </a:r>
            <a:endParaRPr lang="en-US" sz="1050" dirty="0"/>
          </a:p>
        </p:txBody>
      </p:sp>
      <p:sp>
        <p:nvSpPr>
          <p:cNvPr id="8" name="Shape 6"/>
          <p:cNvSpPr/>
          <p:nvPr/>
        </p:nvSpPr>
        <p:spPr>
          <a:xfrm>
            <a:off x="2016252" y="2020824"/>
            <a:ext cx="91440" cy="0"/>
          </a:xfrm>
          <a:prstGeom prst="line">
            <a:avLst/>
          </a:prstGeom>
          <a:noFill/>
          <a:ln w="19050">
            <a:solidFill>
              <a:srgbClr val="4A78B5"/>
            </a:solidFill>
            <a:prstDash val="solid"/>
            <a:tailEnd type="triangle"/>
          </a:ln>
        </p:spPr>
        <p:txBody>
          <a:bodyPr/>
          <a:lstStyle/>
          <a:p>
            <a:endParaRPr lang="es-ES"/>
          </a:p>
        </p:txBody>
      </p:sp>
      <p:sp>
        <p:nvSpPr>
          <p:cNvPr id="9" name="Shape 7"/>
          <p:cNvSpPr/>
          <p:nvPr/>
        </p:nvSpPr>
        <p:spPr>
          <a:xfrm>
            <a:off x="2112264" y="1600200"/>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10" name="Text 8"/>
          <p:cNvSpPr/>
          <p:nvPr/>
        </p:nvSpPr>
        <p:spPr>
          <a:xfrm>
            <a:off x="2157984" y="1600200"/>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2  </a:t>
            </a:r>
            <a:r>
              <a:rPr lang="en-US" sz="1050" dirty="0">
                <a:solidFill>
                  <a:srgbClr val="1B2A3D"/>
                </a:solidFill>
                <a:latin typeface="Calibri" pitchFamily="34" charset="0"/>
                <a:ea typeface="Calibri" pitchFamily="34" charset="-122"/>
                <a:cs typeface="Calibri" pitchFamily="34" charset="-120"/>
              </a:rPr>
              <a:t>Detección</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de origen</a:t>
            </a:r>
            <a:endParaRPr lang="en-US" sz="1050" dirty="0"/>
          </a:p>
        </p:txBody>
      </p:sp>
      <p:sp>
        <p:nvSpPr>
          <p:cNvPr id="11" name="Shape 9"/>
          <p:cNvSpPr/>
          <p:nvPr/>
        </p:nvSpPr>
        <p:spPr>
          <a:xfrm>
            <a:off x="3689604" y="2020824"/>
            <a:ext cx="91440" cy="0"/>
          </a:xfrm>
          <a:prstGeom prst="line">
            <a:avLst/>
          </a:prstGeom>
          <a:noFill/>
          <a:ln w="19050">
            <a:solidFill>
              <a:srgbClr val="4A78B5"/>
            </a:solidFill>
            <a:prstDash val="solid"/>
            <a:tailEnd type="triangle"/>
          </a:ln>
        </p:spPr>
        <p:txBody>
          <a:bodyPr/>
          <a:lstStyle/>
          <a:p>
            <a:endParaRPr lang="es-ES"/>
          </a:p>
        </p:txBody>
      </p:sp>
      <p:sp>
        <p:nvSpPr>
          <p:cNvPr id="12" name="Shape 10"/>
          <p:cNvSpPr/>
          <p:nvPr/>
        </p:nvSpPr>
        <p:spPr>
          <a:xfrm>
            <a:off x="3785616" y="1600200"/>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13" name="Text 11"/>
          <p:cNvSpPr/>
          <p:nvPr/>
        </p:nvSpPr>
        <p:spPr>
          <a:xfrm>
            <a:off x="3831336" y="1600200"/>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3  </a:t>
            </a:r>
            <a:r>
              <a:rPr lang="en-US" sz="1050" dirty="0">
                <a:solidFill>
                  <a:srgbClr val="1B2A3D"/>
                </a:solidFill>
                <a:latin typeface="Calibri" pitchFamily="34" charset="0"/>
                <a:ea typeface="Calibri" pitchFamily="34" charset="-122"/>
                <a:cs typeface="Calibri" pitchFamily="34" charset="-120"/>
              </a:rPr>
              <a:t>Selección</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de fragmento</a:t>
            </a:r>
            <a:endParaRPr lang="en-US" sz="1050" dirty="0"/>
          </a:p>
        </p:txBody>
      </p:sp>
      <p:sp>
        <p:nvSpPr>
          <p:cNvPr id="14" name="Shape 12"/>
          <p:cNvSpPr/>
          <p:nvPr/>
        </p:nvSpPr>
        <p:spPr>
          <a:xfrm>
            <a:off x="5362956" y="2020824"/>
            <a:ext cx="91440" cy="0"/>
          </a:xfrm>
          <a:prstGeom prst="line">
            <a:avLst/>
          </a:prstGeom>
          <a:noFill/>
          <a:ln w="19050">
            <a:solidFill>
              <a:srgbClr val="4A78B5"/>
            </a:solidFill>
            <a:prstDash val="solid"/>
            <a:tailEnd type="triangle"/>
          </a:ln>
        </p:spPr>
        <p:txBody>
          <a:bodyPr/>
          <a:lstStyle/>
          <a:p>
            <a:endParaRPr lang="es-ES"/>
          </a:p>
        </p:txBody>
      </p:sp>
      <p:sp>
        <p:nvSpPr>
          <p:cNvPr id="15" name="Shape 13"/>
          <p:cNvSpPr/>
          <p:nvPr/>
        </p:nvSpPr>
        <p:spPr>
          <a:xfrm>
            <a:off x="5458968" y="1600200"/>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16" name="Text 14"/>
          <p:cNvSpPr/>
          <p:nvPr/>
        </p:nvSpPr>
        <p:spPr>
          <a:xfrm>
            <a:off x="5504688" y="1600200"/>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4  </a:t>
            </a:r>
            <a:r>
              <a:rPr lang="en-US" sz="1050" dirty="0">
                <a:solidFill>
                  <a:srgbClr val="1B2A3D"/>
                </a:solidFill>
                <a:latin typeface="Calibri" pitchFamily="34" charset="0"/>
                <a:ea typeface="Calibri" pitchFamily="34" charset="-122"/>
                <a:cs typeface="Calibri" pitchFamily="34" charset="-120"/>
              </a:rPr>
              <a:t>Extracción</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de fotogramas</a:t>
            </a:r>
            <a:endParaRPr lang="en-US" sz="1050" dirty="0"/>
          </a:p>
        </p:txBody>
      </p:sp>
      <p:sp>
        <p:nvSpPr>
          <p:cNvPr id="17" name="Shape 15"/>
          <p:cNvSpPr/>
          <p:nvPr/>
        </p:nvSpPr>
        <p:spPr>
          <a:xfrm>
            <a:off x="7036308" y="2020824"/>
            <a:ext cx="91440" cy="0"/>
          </a:xfrm>
          <a:prstGeom prst="line">
            <a:avLst/>
          </a:prstGeom>
          <a:noFill/>
          <a:ln w="19050">
            <a:solidFill>
              <a:srgbClr val="4A78B5"/>
            </a:solidFill>
            <a:prstDash val="solid"/>
            <a:tailEnd type="triangle"/>
          </a:ln>
        </p:spPr>
        <p:txBody>
          <a:bodyPr/>
          <a:lstStyle/>
          <a:p>
            <a:endParaRPr lang="es-ES"/>
          </a:p>
        </p:txBody>
      </p:sp>
      <p:sp>
        <p:nvSpPr>
          <p:cNvPr id="18" name="Shape 16"/>
          <p:cNvSpPr/>
          <p:nvPr/>
        </p:nvSpPr>
        <p:spPr>
          <a:xfrm>
            <a:off x="7132320" y="1600200"/>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19" name="Text 17"/>
          <p:cNvSpPr/>
          <p:nvPr/>
        </p:nvSpPr>
        <p:spPr>
          <a:xfrm>
            <a:off x="7178040" y="1600200"/>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5  </a:t>
            </a:r>
            <a:r>
              <a:rPr lang="en-US" sz="1050" dirty="0">
                <a:solidFill>
                  <a:srgbClr val="1B2A3D"/>
                </a:solidFill>
                <a:latin typeface="Calibri" pitchFamily="34" charset="0"/>
                <a:ea typeface="Calibri" pitchFamily="34" charset="-122"/>
                <a:cs typeface="Calibri" pitchFamily="34" charset="-120"/>
              </a:rPr>
              <a:t>Extracción</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de señales</a:t>
            </a:r>
            <a:endParaRPr lang="en-US" sz="1050" dirty="0"/>
          </a:p>
        </p:txBody>
      </p:sp>
      <p:sp>
        <p:nvSpPr>
          <p:cNvPr id="20" name="Shape 18"/>
          <p:cNvSpPr/>
          <p:nvPr/>
        </p:nvSpPr>
        <p:spPr>
          <a:xfrm>
            <a:off x="1275588" y="2944368"/>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21" name="Text 19"/>
          <p:cNvSpPr/>
          <p:nvPr/>
        </p:nvSpPr>
        <p:spPr>
          <a:xfrm>
            <a:off x="1321308" y="2944368"/>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6  </a:t>
            </a:r>
            <a:r>
              <a:rPr lang="en-US" sz="1050" dirty="0">
                <a:solidFill>
                  <a:srgbClr val="1B2A3D"/>
                </a:solidFill>
                <a:latin typeface="Calibri" pitchFamily="34" charset="0"/>
                <a:ea typeface="Calibri" pitchFamily="34" charset="-122"/>
                <a:cs typeface="Calibri" pitchFamily="34" charset="-120"/>
              </a:rPr>
              <a:t>Clasificación</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(según origen)</a:t>
            </a:r>
            <a:endParaRPr lang="en-US" sz="1050" dirty="0"/>
          </a:p>
        </p:txBody>
      </p:sp>
      <p:sp>
        <p:nvSpPr>
          <p:cNvPr id="22" name="Shape 20"/>
          <p:cNvSpPr/>
          <p:nvPr/>
        </p:nvSpPr>
        <p:spPr>
          <a:xfrm>
            <a:off x="2852928" y="3364992"/>
            <a:ext cx="91440" cy="0"/>
          </a:xfrm>
          <a:prstGeom prst="line">
            <a:avLst/>
          </a:prstGeom>
          <a:noFill/>
          <a:ln w="19050">
            <a:solidFill>
              <a:srgbClr val="4A78B5"/>
            </a:solidFill>
            <a:prstDash val="solid"/>
            <a:tailEnd type="triangle"/>
          </a:ln>
        </p:spPr>
        <p:txBody>
          <a:bodyPr/>
          <a:lstStyle/>
          <a:p>
            <a:endParaRPr lang="es-ES"/>
          </a:p>
        </p:txBody>
      </p:sp>
      <p:sp>
        <p:nvSpPr>
          <p:cNvPr id="23" name="Shape 21"/>
          <p:cNvSpPr/>
          <p:nvPr/>
        </p:nvSpPr>
        <p:spPr>
          <a:xfrm>
            <a:off x="2948940" y="2944368"/>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24" name="Text 22"/>
          <p:cNvSpPr/>
          <p:nvPr/>
        </p:nvSpPr>
        <p:spPr>
          <a:xfrm>
            <a:off x="2994660" y="2944368"/>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7  </a:t>
            </a:r>
            <a:r>
              <a:rPr lang="en-US" sz="1050" dirty="0">
                <a:solidFill>
                  <a:srgbClr val="1B2A3D"/>
                </a:solidFill>
                <a:latin typeface="Calibri" pitchFamily="34" charset="0"/>
                <a:ea typeface="Calibri" pitchFamily="34" charset="-122"/>
                <a:cs typeface="Calibri" pitchFamily="34" charset="-120"/>
              </a:rPr>
              <a:t>Explicación</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SHAP</a:t>
            </a:r>
            <a:endParaRPr lang="en-US" sz="1050" dirty="0"/>
          </a:p>
        </p:txBody>
      </p:sp>
      <p:sp>
        <p:nvSpPr>
          <p:cNvPr id="25" name="Shape 23"/>
          <p:cNvSpPr/>
          <p:nvPr/>
        </p:nvSpPr>
        <p:spPr>
          <a:xfrm>
            <a:off x="4526280" y="3364992"/>
            <a:ext cx="91440" cy="0"/>
          </a:xfrm>
          <a:prstGeom prst="line">
            <a:avLst/>
          </a:prstGeom>
          <a:noFill/>
          <a:ln w="19050">
            <a:solidFill>
              <a:srgbClr val="4A78B5"/>
            </a:solidFill>
            <a:prstDash val="solid"/>
            <a:tailEnd type="triangle"/>
          </a:ln>
        </p:spPr>
        <p:txBody>
          <a:bodyPr/>
          <a:lstStyle/>
          <a:p>
            <a:endParaRPr lang="es-ES"/>
          </a:p>
        </p:txBody>
      </p:sp>
      <p:sp>
        <p:nvSpPr>
          <p:cNvPr id="26" name="Shape 24"/>
          <p:cNvSpPr/>
          <p:nvPr/>
        </p:nvSpPr>
        <p:spPr>
          <a:xfrm>
            <a:off x="4622292" y="2944368"/>
            <a:ext cx="1572768" cy="841248"/>
          </a:xfrm>
          <a:prstGeom prst="roundRect">
            <a:avLst>
              <a:gd name="adj" fmla="val 6522"/>
            </a:avLst>
          </a:prstGeom>
          <a:solidFill>
            <a:srgbClr val="E8F0FA"/>
          </a:solidFill>
          <a:ln w="12700">
            <a:solidFill>
              <a:srgbClr val="C9D8E8"/>
            </a:solidFill>
            <a:prstDash val="solid"/>
          </a:ln>
        </p:spPr>
        <p:txBody>
          <a:bodyPr/>
          <a:lstStyle/>
          <a:p>
            <a:endParaRPr lang="es-ES"/>
          </a:p>
        </p:txBody>
      </p:sp>
      <p:sp>
        <p:nvSpPr>
          <p:cNvPr id="27" name="Text 25"/>
          <p:cNvSpPr/>
          <p:nvPr/>
        </p:nvSpPr>
        <p:spPr>
          <a:xfrm>
            <a:off x="4668012" y="2944368"/>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1F5AA6"/>
                </a:solidFill>
                <a:latin typeface="Calibri" pitchFamily="34" charset="0"/>
                <a:ea typeface="Calibri" pitchFamily="34" charset="-122"/>
                <a:cs typeface="Calibri" pitchFamily="34" charset="-120"/>
              </a:rPr>
              <a:t>8  </a:t>
            </a:r>
            <a:r>
              <a:rPr lang="en-US" sz="1050" dirty="0">
                <a:solidFill>
                  <a:srgbClr val="1B2A3D"/>
                </a:solidFill>
                <a:latin typeface="Calibri" pitchFamily="34" charset="0"/>
                <a:ea typeface="Calibri" pitchFamily="34" charset="-122"/>
                <a:cs typeface="Calibri" pitchFamily="34" charset="-120"/>
              </a:rPr>
              <a:t>Análisis</a:t>
            </a:r>
            <a:endParaRPr lang="en-US" sz="1050" dirty="0"/>
          </a:p>
          <a:p>
            <a:pPr marL="0" indent="0" algn="ctr">
              <a:lnSpc>
                <a:spcPct val="92000"/>
              </a:lnSpc>
              <a:buNone/>
            </a:pPr>
            <a:r>
              <a:rPr lang="en-US" sz="1050" dirty="0">
                <a:solidFill>
                  <a:srgbClr val="1B2A3D"/>
                </a:solidFill>
                <a:latin typeface="Calibri" pitchFamily="34" charset="0"/>
                <a:ea typeface="Calibri" pitchFamily="34" charset="-122"/>
                <a:cs typeface="Calibri" pitchFamily="34" charset="-120"/>
              </a:rPr>
              <a:t>multimodal</a:t>
            </a:r>
            <a:endParaRPr lang="en-US" sz="1050" dirty="0"/>
          </a:p>
        </p:txBody>
      </p:sp>
      <p:sp>
        <p:nvSpPr>
          <p:cNvPr id="28" name="Shape 26"/>
          <p:cNvSpPr/>
          <p:nvPr/>
        </p:nvSpPr>
        <p:spPr>
          <a:xfrm>
            <a:off x="6199632" y="3364992"/>
            <a:ext cx="91440" cy="0"/>
          </a:xfrm>
          <a:prstGeom prst="line">
            <a:avLst/>
          </a:prstGeom>
          <a:noFill/>
          <a:ln w="19050">
            <a:solidFill>
              <a:srgbClr val="4A78B5"/>
            </a:solidFill>
            <a:prstDash val="solid"/>
            <a:tailEnd type="triangle"/>
          </a:ln>
        </p:spPr>
        <p:txBody>
          <a:bodyPr/>
          <a:lstStyle/>
          <a:p>
            <a:endParaRPr lang="es-ES"/>
          </a:p>
        </p:txBody>
      </p:sp>
      <p:sp>
        <p:nvSpPr>
          <p:cNvPr id="29" name="Shape 27"/>
          <p:cNvSpPr/>
          <p:nvPr/>
        </p:nvSpPr>
        <p:spPr>
          <a:xfrm>
            <a:off x="6295644" y="2944368"/>
            <a:ext cx="1572768" cy="841248"/>
          </a:xfrm>
          <a:prstGeom prst="roundRect">
            <a:avLst>
              <a:gd name="adj" fmla="val 6522"/>
            </a:avLst>
          </a:prstGeom>
          <a:solidFill>
            <a:srgbClr val="0F2A4A"/>
          </a:solidFill>
          <a:ln w="12700">
            <a:solidFill>
              <a:srgbClr val="0F2A4A"/>
            </a:solidFill>
            <a:prstDash val="solid"/>
          </a:ln>
        </p:spPr>
        <p:txBody>
          <a:bodyPr/>
          <a:lstStyle/>
          <a:p>
            <a:endParaRPr lang="es-ES"/>
          </a:p>
        </p:txBody>
      </p:sp>
      <p:sp>
        <p:nvSpPr>
          <p:cNvPr id="30" name="Text 28"/>
          <p:cNvSpPr/>
          <p:nvPr/>
        </p:nvSpPr>
        <p:spPr>
          <a:xfrm>
            <a:off x="6341364" y="2944368"/>
            <a:ext cx="1481328" cy="841248"/>
          </a:xfrm>
          <a:prstGeom prst="rect">
            <a:avLst/>
          </a:prstGeom>
          <a:noFill/>
          <a:ln/>
        </p:spPr>
        <p:txBody>
          <a:bodyPr wrap="square" lIns="0" tIns="0" rIns="0" bIns="0" rtlCol="0" anchor="ctr"/>
          <a:lstStyle/>
          <a:p>
            <a:pPr marL="0" indent="0" algn="ctr">
              <a:lnSpc>
                <a:spcPct val="92000"/>
              </a:lnSpc>
              <a:buNone/>
            </a:pPr>
            <a:r>
              <a:rPr lang="en-US" sz="1050" b="1" dirty="0">
                <a:solidFill>
                  <a:srgbClr val="9FC0E8"/>
                </a:solidFill>
                <a:latin typeface="Calibri" pitchFamily="34" charset="0"/>
                <a:ea typeface="Calibri" pitchFamily="34" charset="-122"/>
                <a:cs typeface="Calibri" pitchFamily="34" charset="-120"/>
              </a:rPr>
              <a:t>9  </a:t>
            </a:r>
            <a:r>
              <a:rPr lang="en-US" sz="1050" dirty="0">
                <a:solidFill>
                  <a:srgbClr val="FFFFFF"/>
                </a:solidFill>
                <a:latin typeface="Calibri" pitchFamily="34" charset="0"/>
                <a:ea typeface="Calibri" pitchFamily="34" charset="-122"/>
                <a:cs typeface="Calibri" pitchFamily="34" charset="-120"/>
              </a:rPr>
              <a:t>Informe</a:t>
            </a:r>
            <a:endParaRPr lang="en-US" sz="1050" dirty="0"/>
          </a:p>
        </p:txBody>
      </p:sp>
      <p:sp>
        <p:nvSpPr>
          <p:cNvPr id="31" name="Shape 29"/>
          <p:cNvSpPr/>
          <p:nvPr/>
        </p:nvSpPr>
        <p:spPr>
          <a:xfrm>
            <a:off x="548640" y="3977640"/>
            <a:ext cx="8046720" cy="658368"/>
          </a:xfrm>
          <a:prstGeom prst="roundRect">
            <a:avLst>
              <a:gd name="adj" fmla="val 9722"/>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32" name="Text 30"/>
          <p:cNvSpPr/>
          <p:nvPr/>
        </p:nvSpPr>
        <p:spPr>
          <a:xfrm>
            <a:off x="822960" y="3977640"/>
            <a:ext cx="7498080" cy="658368"/>
          </a:xfrm>
          <a:prstGeom prst="rect">
            <a:avLst/>
          </a:prstGeom>
          <a:noFill/>
          <a:ln/>
        </p:spPr>
        <p:txBody>
          <a:bodyPr wrap="square" lIns="0" tIns="0" rIns="0" bIns="0" rtlCol="0" anchor="ctr"/>
          <a:lstStyle/>
          <a:p>
            <a:pPr marL="0" indent="0">
              <a:buNone/>
            </a:pPr>
            <a:r>
              <a:rPr lang="en-US" sz="1300" b="1" dirty="0">
                <a:solidFill>
                  <a:srgbClr val="0F2A4A"/>
                </a:solidFill>
                <a:latin typeface="Calibri" pitchFamily="34" charset="0"/>
                <a:ea typeface="Calibri" pitchFamily="34" charset="-122"/>
                <a:cs typeface="Calibri" pitchFamily="34" charset="-120"/>
              </a:rPr>
              <a:t>Filosofía de diseño: </a:t>
            </a:r>
            <a:r>
              <a:rPr lang="en-US" sz="1300" dirty="0">
                <a:solidFill>
                  <a:srgbClr val="1B2A3D"/>
                </a:solidFill>
                <a:latin typeface="Calibri" pitchFamily="34" charset="0"/>
                <a:ea typeface="Calibri" pitchFamily="34" charset="-122"/>
                <a:cs typeface="Calibri" pitchFamily="34" charset="-120"/>
              </a:rPr>
              <a:t>en lugar de una única red que mira los píxeles, cada capa aporta una visión distinta e interpretable del problema.</a:t>
            </a:r>
            <a:endParaRPr lang="en-US" sz="1300" dirty="0"/>
          </a:p>
        </p:txBody>
      </p:sp>
      <p:sp>
        <p:nvSpPr>
          <p:cNvPr id="33" name="Text 31"/>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El corazón forense: cinco familias de señales</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Cada etapa real deja huellas físicas; su ausencia delata</a:t>
            </a:r>
            <a:endParaRPr lang="en-US" sz="1300" dirty="0"/>
          </a:p>
        </p:txBody>
      </p:sp>
      <p:sp>
        <p:nvSpPr>
          <p:cNvPr id="6" name="Shape 4"/>
          <p:cNvSpPr/>
          <p:nvPr/>
        </p:nvSpPr>
        <p:spPr>
          <a:xfrm>
            <a:off x="548640" y="1417320"/>
            <a:ext cx="8046720" cy="576072"/>
          </a:xfrm>
          <a:prstGeom prst="roundRect">
            <a:avLst>
              <a:gd name="adj" fmla="val 11111"/>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Shape 5"/>
          <p:cNvSpPr/>
          <p:nvPr/>
        </p:nvSpPr>
        <p:spPr>
          <a:xfrm>
            <a:off x="713232" y="1499616"/>
            <a:ext cx="411480" cy="411480"/>
          </a:xfrm>
          <a:prstGeom prst="ellipse">
            <a:avLst/>
          </a:prstGeom>
          <a:solidFill>
            <a:schemeClr val="accent1">
              <a:lumMod val="20000"/>
              <a:lumOff val="80000"/>
            </a:schemeClr>
          </a:solidFill>
          <a:ln/>
        </p:spPr>
        <p:txBody>
          <a:bodyPr/>
          <a:lstStyle/>
          <a:p>
            <a:endParaRPr lang="es-ES"/>
          </a:p>
        </p:txBody>
      </p:sp>
      <p:pic>
        <p:nvPicPr>
          <p:cNvPr id="8" name="Image 0" descr="preencoded.png"/>
          <p:cNvPicPr>
            <a:picLocks noChangeAspect="1"/>
          </p:cNvPicPr>
          <p:nvPr/>
        </p:nvPicPr>
        <p:blipFill>
          <a:blip r:embed="rId3"/>
          <a:stretch>
            <a:fillRect/>
          </a:stretch>
        </p:blipFill>
        <p:spPr>
          <a:xfrm>
            <a:off x="811987" y="1598371"/>
            <a:ext cx="213970" cy="213970"/>
          </a:xfrm>
          <a:prstGeom prst="rect">
            <a:avLst/>
          </a:prstGeom>
        </p:spPr>
      </p:pic>
      <p:sp>
        <p:nvSpPr>
          <p:cNvPr id="9" name="Text 6"/>
          <p:cNvSpPr/>
          <p:nvPr/>
        </p:nvSpPr>
        <p:spPr>
          <a:xfrm>
            <a:off x="1280160" y="1417320"/>
            <a:ext cx="1600200" cy="576072"/>
          </a:xfrm>
          <a:prstGeom prst="rect">
            <a:avLst/>
          </a:prstGeom>
          <a:noFill/>
          <a:ln/>
        </p:spPr>
        <p:txBody>
          <a:bodyPr wrap="square" lIns="0" tIns="0" rIns="0" bIns="0" rtlCol="0" anchor="ctr"/>
          <a:lstStyle/>
          <a:p>
            <a:pPr marL="0" indent="0">
              <a:buNone/>
            </a:pPr>
            <a:r>
              <a:rPr lang="en-US" sz="1450" b="1" dirty="0">
                <a:solidFill>
                  <a:srgbClr val="0F2A4A"/>
                </a:solidFill>
                <a:latin typeface="Cambria" pitchFamily="34" charset="0"/>
                <a:ea typeface="Cambria" pitchFamily="34" charset="-122"/>
                <a:cs typeface="Cambria" pitchFamily="34" charset="-120"/>
              </a:rPr>
              <a:t>Espaciales</a:t>
            </a:r>
            <a:endParaRPr lang="en-US" sz="1450" dirty="0"/>
          </a:p>
        </p:txBody>
      </p:sp>
      <p:sp>
        <p:nvSpPr>
          <p:cNvPr id="10" name="Text 7"/>
          <p:cNvSpPr/>
          <p:nvPr/>
        </p:nvSpPr>
        <p:spPr>
          <a:xfrm>
            <a:off x="2926080" y="1417320"/>
            <a:ext cx="5532120" cy="576072"/>
          </a:xfrm>
          <a:prstGeom prst="rect">
            <a:avLst/>
          </a:prstGeom>
          <a:noFill/>
          <a:ln/>
        </p:spPr>
        <p:txBody>
          <a:bodyPr wrap="square" lIns="0" tIns="0" rIns="0" bIns="0" rtlCol="0" anchor="ctr"/>
          <a:lstStyle/>
          <a:p>
            <a:pPr marL="0" indent="0">
              <a:buNone/>
            </a:pPr>
            <a:r>
              <a:rPr lang="en-US" sz="1250" dirty="0">
                <a:solidFill>
                  <a:srgbClr val="1B2A3D"/>
                </a:solidFill>
                <a:latin typeface="Calibri" pitchFamily="34" charset="0"/>
                <a:ea typeface="Calibri" pitchFamily="34" charset="-122"/>
                <a:cs typeface="Calibri" pitchFamily="34" charset="-120"/>
              </a:rPr>
              <a:t>Nitidez y análisis en frecuencia (FFT, DCT).</a:t>
            </a:r>
            <a:endParaRPr lang="en-US" sz="1250" dirty="0"/>
          </a:p>
        </p:txBody>
      </p:sp>
      <p:sp>
        <p:nvSpPr>
          <p:cNvPr id="11" name="Shape 8"/>
          <p:cNvSpPr/>
          <p:nvPr/>
        </p:nvSpPr>
        <p:spPr>
          <a:xfrm>
            <a:off x="548640" y="2066544"/>
            <a:ext cx="8046720" cy="576072"/>
          </a:xfrm>
          <a:prstGeom prst="roundRect">
            <a:avLst>
              <a:gd name="adj" fmla="val 11111"/>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2" name="Shape 9"/>
          <p:cNvSpPr/>
          <p:nvPr/>
        </p:nvSpPr>
        <p:spPr>
          <a:xfrm>
            <a:off x="713232" y="2148840"/>
            <a:ext cx="411480" cy="411480"/>
          </a:xfrm>
          <a:prstGeom prst="ellipse">
            <a:avLst/>
          </a:prstGeom>
          <a:solidFill>
            <a:schemeClr val="accent1">
              <a:lumMod val="20000"/>
              <a:lumOff val="80000"/>
            </a:schemeClr>
          </a:solidFill>
          <a:ln/>
        </p:spPr>
        <p:txBody>
          <a:bodyPr/>
          <a:lstStyle/>
          <a:p>
            <a:endParaRPr lang="es-ES"/>
          </a:p>
        </p:txBody>
      </p:sp>
      <p:pic>
        <p:nvPicPr>
          <p:cNvPr id="13" name="Image 1" descr="preencoded.png"/>
          <p:cNvPicPr>
            <a:picLocks noChangeAspect="1"/>
          </p:cNvPicPr>
          <p:nvPr/>
        </p:nvPicPr>
        <p:blipFill>
          <a:blip r:embed="rId4"/>
          <a:stretch>
            <a:fillRect/>
          </a:stretch>
        </p:blipFill>
        <p:spPr>
          <a:xfrm>
            <a:off x="811987" y="2247595"/>
            <a:ext cx="213970" cy="213970"/>
          </a:xfrm>
          <a:prstGeom prst="rect">
            <a:avLst/>
          </a:prstGeom>
        </p:spPr>
      </p:pic>
      <p:sp>
        <p:nvSpPr>
          <p:cNvPr id="14" name="Text 10"/>
          <p:cNvSpPr/>
          <p:nvPr/>
        </p:nvSpPr>
        <p:spPr>
          <a:xfrm>
            <a:off x="1280160" y="2066544"/>
            <a:ext cx="1600200" cy="576072"/>
          </a:xfrm>
          <a:prstGeom prst="rect">
            <a:avLst/>
          </a:prstGeom>
          <a:noFill/>
          <a:ln/>
        </p:spPr>
        <p:txBody>
          <a:bodyPr wrap="square" lIns="0" tIns="0" rIns="0" bIns="0" rtlCol="0" anchor="ctr"/>
          <a:lstStyle/>
          <a:p>
            <a:pPr marL="0" indent="0">
              <a:buNone/>
            </a:pPr>
            <a:r>
              <a:rPr lang="en-US" sz="1450" b="1" dirty="0">
                <a:solidFill>
                  <a:srgbClr val="0F2A4A"/>
                </a:solidFill>
                <a:latin typeface="Cambria" pitchFamily="34" charset="0"/>
                <a:ea typeface="Cambria" pitchFamily="34" charset="-122"/>
                <a:cs typeface="Cambria" pitchFamily="34" charset="-120"/>
              </a:rPr>
              <a:t>Temporales</a:t>
            </a:r>
            <a:endParaRPr lang="en-US" sz="1450" dirty="0"/>
          </a:p>
        </p:txBody>
      </p:sp>
      <p:sp>
        <p:nvSpPr>
          <p:cNvPr id="15" name="Text 11"/>
          <p:cNvSpPr/>
          <p:nvPr/>
        </p:nvSpPr>
        <p:spPr>
          <a:xfrm>
            <a:off x="2926080" y="2066544"/>
            <a:ext cx="5532120" cy="576072"/>
          </a:xfrm>
          <a:prstGeom prst="rect">
            <a:avLst/>
          </a:prstGeom>
          <a:noFill/>
          <a:ln/>
        </p:spPr>
        <p:txBody>
          <a:bodyPr wrap="square" lIns="0" tIns="0" rIns="0" bIns="0" rtlCol="0" anchor="ctr"/>
          <a:lstStyle/>
          <a:p>
            <a:pPr marL="0" indent="0">
              <a:buNone/>
            </a:pPr>
            <a:r>
              <a:rPr lang="en-US" sz="1250" dirty="0">
                <a:solidFill>
                  <a:srgbClr val="1B2A3D"/>
                </a:solidFill>
                <a:latin typeface="Calibri" pitchFamily="34" charset="0"/>
                <a:ea typeface="Calibri" pitchFamily="34" charset="-122"/>
                <a:cs typeface="Calibri" pitchFamily="34" charset="-120"/>
              </a:rPr>
              <a:t>Flujo óptico y estructura de compresión (I/P/B).</a:t>
            </a:r>
            <a:endParaRPr lang="en-US" sz="1250" dirty="0"/>
          </a:p>
        </p:txBody>
      </p:sp>
      <p:sp>
        <p:nvSpPr>
          <p:cNvPr id="16" name="Shape 12"/>
          <p:cNvSpPr/>
          <p:nvPr/>
        </p:nvSpPr>
        <p:spPr>
          <a:xfrm>
            <a:off x="548640" y="2715768"/>
            <a:ext cx="8046720" cy="576072"/>
          </a:xfrm>
          <a:prstGeom prst="roundRect">
            <a:avLst>
              <a:gd name="adj" fmla="val 11111"/>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7" name="Shape 13"/>
          <p:cNvSpPr/>
          <p:nvPr/>
        </p:nvSpPr>
        <p:spPr>
          <a:xfrm>
            <a:off x="713232" y="2798064"/>
            <a:ext cx="411480" cy="411480"/>
          </a:xfrm>
          <a:prstGeom prst="ellipse">
            <a:avLst/>
          </a:prstGeom>
          <a:solidFill>
            <a:schemeClr val="accent1">
              <a:lumMod val="20000"/>
              <a:lumOff val="80000"/>
            </a:schemeClr>
          </a:solidFill>
          <a:ln/>
        </p:spPr>
        <p:txBody>
          <a:bodyPr/>
          <a:lstStyle/>
          <a:p>
            <a:endParaRPr lang="es-ES"/>
          </a:p>
        </p:txBody>
      </p:sp>
      <p:pic>
        <p:nvPicPr>
          <p:cNvPr id="18" name="Image 2" descr="preencoded.png"/>
          <p:cNvPicPr>
            <a:picLocks noChangeAspect="1"/>
          </p:cNvPicPr>
          <p:nvPr/>
        </p:nvPicPr>
        <p:blipFill>
          <a:blip r:embed="rId5"/>
          <a:stretch>
            <a:fillRect/>
          </a:stretch>
        </p:blipFill>
        <p:spPr>
          <a:xfrm>
            <a:off x="811987" y="2896819"/>
            <a:ext cx="213970" cy="213970"/>
          </a:xfrm>
          <a:prstGeom prst="rect">
            <a:avLst/>
          </a:prstGeom>
        </p:spPr>
      </p:pic>
      <p:sp>
        <p:nvSpPr>
          <p:cNvPr id="19" name="Text 14"/>
          <p:cNvSpPr/>
          <p:nvPr/>
        </p:nvSpPr>
        <p:spPr>
          <a:xfrm>
            <a:off x="1280160" y="2715768"/>
            <a:ext cx="1600200" cy="576072"/>
          </a:xfrm>
          <a:prstGeom prst="rect">
            <a:avLst/>
          </a:prstGeom>
          <a:noFill/>
          <a:ln/>
        </p:spPr>
        <p:txBody>
          <a:bodyPr wrap="square" lIns="0" tIns="0" rIns="0" bIns="0" rtlCol="0" anchor="ctr"/>
          <a:lstStyle/>
          <a:p>
            <a:pPr marL="0" indent="0">
              <a:buNone/>
            </a:pPr>
            <a:r>
              <a:rPr lang="en-US" sz="1450" b="1" dirty="0">
                <a:solidFill>
                  <a:srgbClr val="0F2A4A"/>
                </a:solidFill>
                <a:latin typeface="Cambria" pitchFamily="34" charset="0"/>
                <a:ea typeface="Cambria" pitchFamily="34" charset="-122"/>
                <a:cs typeface="Cambria" pitchFamily="34" charset="-120"/>
              </a:rPr>
              <a:t>Ruido</a:t>
            </a:r>
            <a:endParaRPr lang="en-US" sz="1450" dirty="0"/>
          </a:p>
        </p:txBody>
      </p:sp>
      <p:sp>
        <p:nvSpPr>
          <p:cNvPr id="20" name="Text 15"/>
          <p:cNvSpPr/>
          <p:nvPr/>
        </p:nvSpPr>
        <p:spPr>
          <a:xfrm>
            <a:off x="2926080" y="2715768"/>
            <a:ext cx="5532120" cy="576072"/>
          </a:xfrm>
          <a:prstGeom prst="rect">
            <a:avLst/>
          </a:prstGeom>
          <a:noFill/>
          <a:ln/>
        </p:spPr>
        <p:txBody>
          <a:bodyPr wrap="square" lIns="0" tIns="0" rIns="0" bIns="0" rtlCol="0" anchor="ctr"/>
          <a:lstStyle/>
          <a:p>
            <a:pPr marL="0" indent="0">
              <a:buNone/>
            </a:pPr>
            <a:r>
              <a:rPr lang="es-ES" sz="1250" noProof="0" dirty="0"/>
              <a:t>Análisis estadístico del ruido residual.</a:t>
            </a:r>
          </a:p>
        </p:txBody>
      </p:sp>
      <p:sp>
        <p:nvSpPr>
          <p:cNvPr id="21" name="Shape 16"/>
          <p:cNvSpPr/>
          <p:nvPr/>
        </p:nvSpPr>
        <p:spPr>
          <a:xfrm>
            <a:off x="548640" y="3364992"/>
            <a:ext cx="8046720" cy="576072"/>
          </a:xfrm>
          <a:prstGeom prst="roundRect">
            <a:avLst>
              <a:gd name="adj" fmla="val 11111"/>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22" name="Shape 17"/>
          <p:cNvSpPr/>
          <p:nvPr/>
        </p:nvSpPr>
        <p:spPr>
          <a:xfrm>
            <a:off x="713232" y="3447288"/>
            <a:ext cx="411480" cy="411480"/>
          </a:xfrm>
          <a:prstGeom prst="ellipse">
            <a:avLst/>
          </a:prstGeom>
          <a:solidFill>
            <a:schemeClr val="accent1">
              <a:lumMod val="20000"/>
              <a:lumOff val="80000"/>
            </a:schemeClr>
          </a:solidFill>
          <a:ln/>
        </p:spPr>
        <p:txBody>
          <a:bodyPr/>
          <a:lstStyle/>
          <a:p>
            <a:endParaRPr lang="es-ES"/>
          </a:p>
        </p:txBody>
      </p:sp>
      <p:pic>
        <p:nvPicPr>
          <p:cNvPr id="23" name="Image 3" descr="preencoded.png"/>
          <p:cNvPicPr>
            <a:picLocks noChangeAspect="1"/>
          </p:cNvPicPr>
          <p:nvPr/>
        </p:nvPicPr>
        <p:blipFill>
          <a:blip r:embed="rId6"/>
          <a:stretch>
            <a:fillRect/>
          </a:stretch>
        </p:blipFill>
        <p:spPr>
          <a:xfrm>
            <a:off x="811987" y="3546043"/>
            <a:ext cx="213970" cy="213970"/>
          </a:xfrm>
          <a:prstGeom prst="rect">
            <a:avLst/>
          </a:prstGeom>
        </p:spPr>
      </p:pic>
      <p:sp>
        <p:nvSpPr>
          <p:cNvPr id="24" name="Text 18"/>
          <p:cNvSpPr/>
          <p:nvPr/>
        </p:nvSpPr>
        <p:spPr>
          <a:xfrm>
            <a:off x="1280160" y="3364992"/>
            <a:ext cx="1600200" cy="576072"/>
          </a:xfrm>
          <a:prstGeom prst="rect">
            <a:avLst/>
          </a:prstGeom>
          <a:noFill/>
          <a:ln/>
        </p:spPr>
        <p:txBody>
          <a:bodyPr wrap="square" lIns="0" tIns="0" rIns="0" bIns="0" rtlCol="0" anchor="ctr"/>
          <a:lstStyle/>
          <a:p>
            <a:pPr marL="0" indent="0">
              <a:buNone/>
            </a:pPr>
            <a:r>
              <a:rPr lang="en-US" sz="1450" b="1" dirty="0">
                <a:solidFill>
                  <a:srgbClr val="0F2A4A"/>
                </a:solidFill>
                <a:latin typeface="Cambria" pitchFamily="34" charset="0"/>
                <a:ea typeface="Cambria" pitchFamily="34" charset="-122"/>
                <a:cs typeface="Cambria" pitchFamily="34" charset="-120"/>
              </a:rPr>
              <a:t>Fotométricas</a:t>
            </a:r>
            <a:endParaRPr lang="en-US" sz="1450" dirty="0"/>
          </a:p>
        </p:txBody>
      </p:sp>
      <p:sp>
        <p:nvSpPr>
          <p:cNvPr id="25" name="Text 19"/>
          <p:cNvSpPr/>
          <p:nvPr/>
        </p:nvSpPr>
        <p:spPr>
          <a:xfrm>
            <a:off x="2926080" y="3364992"/>
            <a:ext cx="5532120" cy="576072"/>
          </a:xfrm>
          <a:prstGeom prst="rect">
            <a:avLst/>
          </a:prstGeom>
          <a:noFill/>
          <a:ln/>
        </p:spPr>
        <p:txBody>
          <a:bodyPr wrap="square" lIns="0" tIns="0" rIns="0" bIns="0" rtlCol="0" anchor="ctr"/>
          <a:lstStyle/>
          <a:p>
            <a:pPr marL="0" indent="0">
              <a:buNone/>
            </a:pPr>
            <a:r>
              <a:rPr lang="en-US" sz="1250" dirty="0">
                <a:solidFill>
                  <a:srgbClr val="1B2A3D"/>
                </a:solidFill>
                <a:latin typeface="Calibri" pitchFamily="34" charset="0"/>
                <a:ea typeface="Calibri" pitchFamily="34" charset="-122"/>
                <a:cs typeface="Calibri" pitchFamily="34" charset="-120"/>
              </a:rPr>
              <a:t>Iluminación y aberración cromática: una «lente sintética» </a:t>
            </a:r>
            <a:r>
              <a:rPr lang="en-US" sz="1250" dirty="0" err="1">
                <a:solidFill>
                  <a:srgbClr val="1B2A3D"/>
                </a:solidFill>
                <a:latin typeface="Calibri" pitchFamily="34" charset="0"/>
                <a:ea typeface="Calibri" pitchFamily="34" charset="-122"/>
                <a:cs typeface="Calibri" pitchFamily="34" charset="-120"/>
              </a:rPr>
              <a:t>puede</a:t>
            </a:r>
            <a:r>
              <a:rPr lang="en-US" sz="1250" dirty="0">
                <a:solidFill>
                  <a:srgbClr val="1B2A3D"/>
                </a:solidFill>
                <a:latin typeface="Calibri" pitchFamily="34" charset="0"/>
                <a:ea typeface="Calibri" pitchFamily="34" charset="-122"/>
                <a:cs typeface="Calibri" pitchFamily="34" charset="-120"/>
              </a:rPr>
              <a:t> no </a:t>
            </a:r>
            <a:r>
              <a:rPr lang="en-US" sz="1250" dirty="0" err="1">
                <a:solidFill>
                  <a:srgbClr val="1B2A3D"/>
                </a:solidFill>
                <a:latin typeface="Calibri" pitchFamily="34" charset="0"/>
                <a:ea typeface="Calibri" pitchFamily="34" charset="-122"/>
                <a:cs typeface="Calibri" pitchFamily="34" charset="-120"/>
              </a:rPr>
              <a:t>respetar</a:t>
            </a:r>
            <a:r>
              <a:rPr lang="en-US" sz="1250" dirty="0">
                <a:solidFill>
                  <a:srgbClr val="1B2A3D"/>
                </a:solidFill>
                <a:latin typeface="Calibri" pitchFamily="34" charset="0"/>
                <a:ea typeface="Calibri" pitchFamily="34" charset="-122"/>
                <a:cs typeface="Calibri" pitchFamily="34" charset="-120"/>
              </a:rPr>
              <a:t> la óptica.</a:t>
            </a:r>
            <a:endParaRPr lang="en-US" sz="1250" dirty="0"/>
          </a:p>
        </p:txBody>
      </p:sp>
      <p:sp>
        <p:nvSpPr>
          <p:cNvPr id="26" name="Shape 20"/>
          <p:cNvSpPr/>
          <p:nvPr/>
        </p:nvSpPr>
        <p:spPr>
          <a:xfrm>
            <a:off x="548640" y="4014216"/>
            <a:ext cx="8046720" cy="576072"/>
          </a:xfrm>
          <a:prstGeom prst="roundRect">
            <a:avLst>
              <a:gd name="adj" fmla="val 11111"/>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27" name="Shape 21"/>
          <p:cNvSpPr/>
          <p:nvPr/>
        </p:nvSpPr>
        <p:spPr>
          <a:xfrm>
            <a:off x="713232" y="4096512"/>
            <a:ext cx="411480" cy="411480"/>
          </a:xfrm>
          <a:prstGeom prst="ellipse">
            <a:avLst/>
          </a:prstGeom>
          <a:solidFill>
            <a:schemeClr val="accent1">
              <a:lumMod val="20000"/>
              <a:lumOff val="80000"/>
            </a:schemeClr>
          </a:solidFill>
          <a:ln/>
        </p:spPr>
        <p:txBody>
          <a:bodyPr/>
          <a:lstStyle/>
          <a:p>
            <a:endParaRPr lang="es-ES"/>
          </a:p>
        </p:txBody>
      </p:sp>
      <p:pic>
        <p:nvPicPr>
          <p:cNvPr id="28" name="Image 4" descr="preencoded.png"/>
          <p:cNvPicPr>
            <a:picLocks noChangeAspect="1"/>
          </p:cNvPicPr>
          <p:nvPr/>
        </p:nvPicPr>
        <p:blipFill>
          <a:blip r:embed="rId7"/>
          <a:stretch>
            <a:fillRect/>
          </a:stretch>
        </p:blipFill>
        <p:spPr>
          <a:xfrm>
            <a:off x="811987" y="4195267"/>
            <a:ext cx="213970" cy="213970"/>
          </a:xfrm>
          <a:prstGeom prst="rect">
            <a:avLst/>
          </a:prstGeom>
        </p:spPr>
      </p:pic>
      <p:sp>
        <p:nvSpPr>
          <p:cNvPr id="29" name="Text 22"/>
          <p:cNvSpPr/>
          <p:nvPr/>
        </p:nvSpPr>
        <p:spPr>
          <a:xfrm>
            <a:off x="1280160" y="4014216"/>
            <a:ext cx="1600200" cy="576072"/>
          </a:xfrm>
          <a:prstGeom prst="rect">
            <a:avLst/>
          </a:prstGeom>
          <a:noFill/>
          <a:ln/>
        </p:spPr>
        <p:txBody>
          <a:bodyPr wrap="square" lIns="0" tIns="0" rIns="0" bIns="0" rtlCol="0" anchor="ctr"/>
          <a:lstStyle/>
          <a:p>
            <a:pPr marL="0" indent="0">
              <a:buNone/>
            </a:pPr>
            <a:r>
              <a:rPr lang="en-US" sz="1450" b="1" dirty="0">
                <a:solidFill>
                  <a:srgbClr val="0F2A4A"/>
                </a:solidFill>
                <a:latin typeface="Cambria" pitchFamily="34" charset="0"/>
                <a:ea typeface="Cambria" pitchFamily="34" charset="-122"/>
                <a:cs typeface="Cambria" pitchFamily="34" charset="-120"/>
              </a:rPr>
              <a:t>Metadatos</a:t>
            </a:r>
            <a:endParaRPr lang="en-US" sz="1450" dirty="0"/>
          </a:p>
        </p:txBody>
      </p:sp>
      <p:sp>
        <p:nvSpPr>
          <p:cNvPr id="30" name="Text 23"/>
          <p:cNvSpPr/>
          <p:nvPr/>
        </p:nvSpPr>
        <p:spPr>
          <a:xfrm>
            <a:off x="2926080" y="4014216"/>
            <a:ext cx="5532120" cy="576072"/>
          </a:xfrm>
          <a:prstGeom prst="rect">
            <a:avLst/>
          </a:prstGeom>
          <a:noFill/>
          <a:ln/>
        </p:spPr>
        <p:txBody>
          <a:bodyPr wrap="square" lIns="0" tIns="0" rIns="0" bIns="0" rtlCol="0" anchor="ctr"/>
          <a:lstStyle/>
          <a:p>
            <a:pPr marL="0" indent="0">
              <a:buNone/>
            </a:pPr>
            <a:r>
              <a:rPr lang="en-US" sz="1250" dirty="0">
                <a:solidFill>
                  <a:srgbClr val="1B2A3D"/>
                </a:solidFill>
                <a:latin typeface="Calibri" pitchFamily="34" charset="0"/>
                <a:ea typeface="Calibri" pitchFamily="34" charset="-122"/>
                <a:cs typeface="Calibri" pitchFamily="34" charset="-120"/>
              </a:rPr>
              <a:t>Fabricantes </a:t>
            </a:r>
            <a:r>
              <a:rPr lang="es-ES" sz="1250" noProof="0" dirty="0">
                <a:solidFill>
                  <a:srgbClr val="1B2A3D"/>
                </a:solidFill>
                <a:latin typeface="Calibri" pitchFamily="34" charset="0"/>
                <a:ea typeface="Calibri" pitchFamily="34" charset="-122"/>
                <a:cs typeface="Calibri" pitchFamily="34" charset="-120"/>
              </a:rPr>
              <a:t>genéricos</a:t>
            </a:r>
            <a:r>
              <a:rPr lang="en-US" sz="1250" dirty="0">
                <a:solidFill>
                  <a:srgbClr val="1B2A3D"/>
                </a:solidFill>
                <a:latin typeface="Calibri" pitchFamily="34" charset="0"/>
                <a:ea typeface="Calibri" pitchFamily="34" charset="-122"/>
                <a:cs typeface="Calibri" pitchFamily="34" charset="-120"/>
              </a:rPr>
              <a:t> e incoherencies temporales.</a:t>
            </a:r>
            <a:endParaRPr lang="en-US" sz="1250" dirty="0"/>
          </a:p>
        </p:txBody>
      </p:sp>
      <p:sp>
        <p:nvSpPr>
          <p:cNvPr id="31" name="Text 24"/>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Primer intento: un clasificador único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Cuatro algoritmos, validación cruzada estratificada</a:t>
            </a:r>
            <a:endParaRPr lang="en-US" sz="1300" dirty="0"/>
          </a:p>
        </p:txBody>
      </p:sp>
      <p:sp>
        <p:nvSpPr>
          <p:cNvPr id="6" name="Shape 4"/>
          <p:cNvSpPr/>
          <p:nvPr/>
        </p:nvSpPr>
        <p:spPr>
          <a:xfrm>
            <a:off x="548640" y="1508760"/>
            <a:ext cx="4709160" cy="2834640"/>
          </a:xfrm>
          <a:prstGeom prst="roundRect">
            <a:avLst>
              <a:gd name="adj" fmla="val 2258"/>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Text 5"/>
          <p:cNvSpPr/>
          <p:nvPr/>
        </p:nvSpPr>
        <p:spPr>
          <a:xfrm>
            <a:off x="777240" y="1664208"/>
            <a:ext cx="4206240" cy="365760"/>
          </a:xfrm>
          <a:prstGeom prst="rect">
            <a:avLst/>
          </a:prstGeom>
          <a:noFill/>
          <a:ln/>
        </p:spPr>
        <p:txBody>
          <a:bodyPr wrap="square" lIns="0" tIns="0" rIns="0" bIns="0" rtlCol="0" anchor="ctr"/>
          <a:lstStyle/>
          <a:p>
            <a:pPr marL="0" indent="0">
              <a:buNone/>
            </a:pPr>
            <a:r>
              <a:rPr lang="en-US" sz="1600" b="1" dirty="0">
                <a:solidFill>
                  <a:srgbClr val="0F2A4A"/>
                </a:solidFill>
                <a:latin typeface="Cambria" pitchFamily="34" charset="0"/>
                <a:ea typeface="Cambria" pitchFamily="34" charset="-122"/>
                <a:cs typeface="Cambria" pitchFamily="34" charset="-120"/>
              </a:rPr>
              <a:t>Planteamiento</a:t>
            </a:r>
            <a:endParaRPr lang="en-US" sz="1600" dirty="0"/>
          </a:p>
        </p:txBody>
      </p:sp>
      <p:sp>
        <p:nvSpPr>
          <p:cNvPr id="8" name="Text 6"/>
          <p:cNvSpPr/>
          <p:nvPr/>
        </p:nvSpPr>
        <p:spPr>
          <a:xfrm>
            <a:off x="822960" y="2103120"/>
            <a:ext cx="4206240" cy="2194560"/>
          </a:xfrm>
          <a:prstGeom prst="rect">
            <a:avLst/>
          </a:prstGeom>
          <a:noFill/>
          <a:ln/>
        </p:spPr>
        <p:txBody>
          <a:bodyPr wrap="square" lIns="0" tIns="0" rIns="0" bIns="0" rtlCol="0" anchor="t"/>
          <a:lstStyle/>
          <a:p>
            <a:pPr marL="342900" indent="-342900">
              <a:spcAft>
                <a:spcPts val="1100"/>
              </a:spcAft>
              <a:buSzPct val="100000"/>
              <a:buChar char="•"/>
            </a:pPr>
            <a:r>
              <a:rPr lang="en-US" sz="1300" dirty="0">
                <a:solidFill>
                  <a:srgbClr val="1B2A3D"/>
                </a:solidFill>
                <a:latin typeface="Calibri" pitchFamily="34" charset="0"/>
                <a:ea typeface="Calibri" pitchFamily="34" charset="-122"/>
                <a:cs typeface="Calibri" pitchFamily="34" charset="-120"/>
              </a:rPr>
              <a:t>Un solo modelo con todos los vídeos, sin distinguir origen.</a:t>
            </a:r>
            <a:endParaRPr lang="en-US" sz="1300" dirty="0"/>
          </a:p>
          <a:p>
            <a:pPr marL="342900" indent="-342900">
              <a:spcAft>
                <a:spcPts val="1100"/>
              </a:spcAft>
              <a:buSzPct val="100000"/>
              <a:buChar char="•"/>
            </a:pPr>
            <a:r>
              <a:rPr lang="en-US" sz="1300" dirty="0">
                <a:solidFill>
                  <a:srgbClr val="1B2A3D"/>
                </a:solidFill>
                <a:latin typeface="Calibri" pitchFamily="34" charset="0"/>
                <a:ea typeface="Calibri" pitchFamily="34" charset="-122"/>
                <a:cs typeface="Calibri" pitchFamily="34" charset="-120"/>
              </a:rPr>
              <a:t>Comparación de cuatro algoritmos: Random Forest, Gradient Boosting, Regresión Logística y XGBoost.</a:t>
            </a:r>
            <a:endParaRPr lang="en-US" sz="1300" dirty="0"/>
          </a:p>
          <a:p>
            <a:pPr marL="342900" indent="-342900">
              <a:spcAft>
                <a:spcPts val="1100"/>
              </a:spcAft>
              <a:buSzPct val="100000"/>
              <a:buChar char="•"/>
            </a:pPr>
            <a:r>
              <a:rPr lang="en-US" sz="1300" dirty="0">
                <a:solidFill>
                  <a:srgbClr val="1B2A3D"/>
                </a:solidFill>
                <a:latin typeface="Calibri" pitchFamily="34" charset="0"/>
                <a:ea typeface="Calibri" pitchFamily="34" charset="-122"/>
                <a:cs typeface="Calibri" pitchFamily="34" charset="-120"/>
              </a:rPr>
              <a:t>Selección por validación cruzada estratificada de cinco particiones.</a:t>
            </a:r>
            <a:endParaRPr lang="en-US" sz="1300" dirty="0"/>
          </a:p>
          <a:p>
            <a:pPr marL="342900" indent="-342900">
              <a:buSzPct val="100000"/>
              <a:buChar char="•"/>
            </a:pPr>
            <a:r>
              <a:rPr lang="en-US" sz="1300" dirty="0">
                <a:solidFill>
                  <a:srgbClr val="1B2A3D"/>
                </a:solidFill>
                <a:latin typeface="Calibri" pitchFamily="34" charset="0"/>
                <a:ea typeface="Calibri" pitchFamily="34" charset="-122"/>
                <a:cs typeface="Calibri" pitchFamily="34" charset="-120"/>
              </a:rPr>
              <a:t>Criterio: área bajo la curva ROC (AUC).</a:t>
            </a:r>
            <a:endParaRPr lang="en-US" sz="1300" dirty="0"/>
          </a:p>
        </p:txBody>
      </p:sp>
      <p:sp>
        <p:nvSpPr>
          <p:cNvPr id="9" name="Shape 7"/>
          <p:cNvSpPr/>
          <p:nvPr/>
        </p:nvSpPr>
        <p:spPr>
          <a:xfrm>
            <a:off x="5532120" y="1508760"/>
            <a:ext cx="3063240" cy="2834640"/>
          </a:xfrm>
          <a:prstGeom prst="roundRect">
            <a:avLst>
              <a:gd name="adj" fmla="val 2258"/>
            </a:avLst>
          </a:prstGeom>
          <a:solidFill>
            <a:srgbClr val="0F2A4A"/>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0" name="Text 8"/>
          <p:cNvSpPr/>
          <p:nvPr/>
        </p:nvSpPr>
        <p:spPr>
          <a:xfrm>
            <a:off x="5669280" y="2112264"/>
            <a:ext cx="2788920" cy="365760"/>
          </a:xfrm>
          <a:prstGeom prst="rect">
            <a:avLst/>
          </a:prstGeom>
          <a:noFill/>
          <a:ln/>
        </p:spPr>
        <p:txBody>
          <a:bodyPr wrap="square" lIns="0" tIns="0" rIns="0" bIns="0" rtlCol="0" anchor="ctr"/>
          <a:lstStyle/>
          <a:p>
            <a:pPr marL="0" indent="0" algn="ctr">
              <a:buNone/>
            </a:pPr>
            <a:r>
              <a:rPr lang="en-US" sz="1300" dirty="0">
                <a:solidFill>
                  <a:srgbClr val="9FC0E8"/>
                </a:solidFill>
                <a:latin typeface="Calibri" pitchFamily="34" charset="0"/>
                <a:ea typeface="Calibri" pitchFamily="34" charset="-122"/>
                <a:cs typeface="Calibri" pitchFamily="34" charset="-120"/>
              </a:rPr>
              <a:t>AUC en validación cruzada</a:t>
            </a:r>
            <a:endParaRPr lang="en-US" sz="1300" dirty="0"/>
          </a:p>
        </p:txBody>
      </p:sp>
      <p:sp>
        <p:nvSpPr>
          <p:cNvPr id="11" name="Text 9"/>
          <p:cNvSpPr/>
          <p:nvPr/>
        </p:nvSpPr>
        <p:spPr>
          <a:xfrm>
            <a:off x="5532120" y="2432304"/>
            <a:ext cx="3063240"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0,866</a:t>
            </a:r>
            <a:endParaRPr lang="en-US" sz="6000" dirty="0"/>
          </a:p>
        </p:txBody>
      </p:sp>
      <p:sp>
        <p:nvSpPr>
          <p:cNvPr id="12" name="Text 10"/>
          <p:cNvSpPr/>
          <p:nvPr/>
        </p:nvSpPr>
        <p:spPr>
          <a:xfrm>
            <a:off x="5669280" y="3383280"/>
            <a:ext cx="2788920" cy="457200"/>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8268789"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La prueba real: validación Leave-One-Platform-Out</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¿Y si llega una plataforma que el modelo no ha visto nunca?</a:t>
            </a:r>
            <a:endParaRPr lang="en-US" sz="1300" dirty="0"/>
          </a:p>
        </p:txBody>
      </p:sp>
      <p:sp>
        <p:nvSpPr>
          <p:cNvPr id="8" name="Text 5"/>
          <p:cNvSpPr/>
          <p:nvPr/>
        </p:nvSpPr>
        <p:spPr>
          <a:xfrm>
            <a:off x="836676" y="3012948"/>
            <a:ext cx="3611880" cy="548640"/>
          </a:xfrm>
          <a:prstGeom prst="rect">
            <a:avLst/>
          </a:prstGeom>
          <a:noFill/>
          <a:ln/>
        </p:spPr>
        <p:txBody>
          <a:bodyPr wrap="square" rtlCol="0" anchor="t"/>
          <a:lstStyle/>
          <a:p>
            <a:pPr marL="0" indent="0" algn="ctr">
              <a:buNone/>
            </a:pPr>
            <a:endParaRPr lang="en-US" sz="1200" dirty="0"/>
          </a:p>
        </p:txBody>
      </p:sp>
      <p:sp>
        <p:nvSpPr>
          <p:cNvPr id="9" name="Shape 6"/>
          <p:cNvSpPr/>
          <p:nvPr/>
        </p:nvSpPr>
        <p:spPr>
          <a:xfrm>
            <a:off x="4905756" y="1481328"/>
            <a:ext cx="3794760" cy="493776"/>
          </a:xfrm>
          <a:prstGeom prst="roundRect">
            <a:avLst>
              <a:gd name="adj" fmla="val 12963"/>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0" name="Text 7"/>
          <p:cNvSpPr/>
          <p:nvPr/>
        </p:nvSpPr>
        <p:spPr>
          <a:xfrm>
            <a:off x="5088636" y="1481328"/>
            <a:ext cx="2468880" cy="493776"/>
          </a:xfrm>
          <a:prstGeom prst="rect">
            <a:avLst/>
          </a:prstGeom>
          <a:noFill/>
          <a:ln/>
        </p:spPr>
        <p:txBody>
          <a:bodyPr wrap="square" lIns="0" tIns="0" rIns="0" bIns="0" rtlCol="0" anchor="ctr"/>
          <a:lstStyle/>
          <a:p>
            <a:pPr marL="0" indent="0">
              <a:buNone/>
            </a:pPr>
            <a:r>
              <a:rPr lang="en-US" sz="1300" dirty="0">
                <a:solidFill>
                  <a:srgbClr val="1B2A3D"/>
                </a:solidFill>
                <a:latin typeface="Calibri" pitchFamily="34" charset="0"/>
                <a:ea typeface="Calibri" pitchFamily="34" charset="-122"/>
                <a:cs typeface="Calibri" pitchFamily="34" charset="-120"/>
              </a:rPr>
              <a:t>Instagram</a:t>
            </a:r>
            <a:endParaRPr lang="en-US" sz="1300" dirty="0"/>
          </a:p>
        </p:txBody>
      </p:sp>
      <p:sp>
        <p:nvSpPr>
          <p:cNvPr id="11" name="Text 8"/>
          <p:cNvSpPr/>
          <p:nvPr/>
        </p:nvSpPr>
        <p:spPr>
          <a:xfrm>
            <a:off x="7511796" y="1481328"/>
            <a:ext cx="1005840" cy="493776"/>
          </a:xfrm>
          <a:prstGeom prst="rect">
            <a:avLst/>
          </a:prstGeom>
          <a:noFill/>
          <a:ln/>
        </p:spPr>
        <p:txBody>
          <a:bodyPr wrap="square" lIns="0" tIns="0" rIns="0" bIns="0" rtlCol="0" anchor="ctr"/>
          <a:lstStyle/>
          <a:p>
            <a:pPr marL="0" indent="0" algn="r">
              <a:buNone/>
            </a:pPr>
            <a:r>
              <a:rPr lang="en-US" sz="1600" b="1" dirty="0">
                <a:solidFill>
                  <a:srgbClr val="1F5AA6"/>
                </a:solidFill>
                <a:latin typeface="Cambria" pitchFamily="34" charset="0"/>
                <a:ea typeface="Cambria" pitchFamily="34" charset="-122"/>
                <a:cs typeface="Cambria" pitchFamily="34" charset="-120"/>
              </a:rPr>
              <a:t>0,64</a:t>
            </a:r>
            <a:endParaRPr lang="en-US" sz="1600" dirty="0"/>
          </a:p>
        </p:txBody>
      </p:sp>
      <p:sp>
        <p:nvSpPr>
          <p:cNvPr id="12" name="Shape 9"/>
          <p:cNvSpPr/>
          <p:nvPr/>
        </p:nvSpPr>
        <p:spPr>
          <a:xfrm>
            <a:off x="4905756" y="2048256"/>
            <a:ext cx="3794760" cy="493776"/>
          </a:xfrm>
          <a:prstGeom prst="roundRect">
            <a:avLst>
              <a:gd name="adj" fmla="val 12963"/>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3" name="Text 10"/>
          <p:cNvSpPr/>
          <p:nvPr/>
        </p:nvSpPr>
        <p:spPr>
          <a:xfrm>
            <a:off x="5088636" y="2048256"/>
            <a:ext cx="2468880" cy="493776"/>
          </a:xfrm>
          <a:prstGeom prst="rect">
            <a:avLst/>
          </a:prstGeom>
          <a:noFill/>
          <a:ln/>
        </p:spPr>
        <p:txBody>
          <a:bodyPr wrap="square" lIns="0" tIns="0" rIns="0" bIns="0" rtlCol="0" anchor="ctr"/>
          <a:lstStyle/>
          <a:p>
            <a:pPr marL="0" indent="0">
              <a:buNone/>
            </a:pPr>
            <a:r>
              <a:rPr lang="en-US" sz="1300" dirty="0">
                <a:solidFill>
                  <a:srgbClr val="1B2A3D"/>
                </a:solidFill>
                <a:latin typeface="Calibri" pitchFamily="34" charset="0"/>
                <a:ea typeface="Calibri" pitchFamily="34" charset="-122"/>
                <a:cs typeface="Calibri" pitchFamily="34" charset="-120"/>
              </a:rPr>
              <a:t>Móvil / descargas</a:t>
            </a:r>
            <a:endParaRPr lang="en-US" sz="1300" dirty="0"/>
          </a:p>
        </p:txBody>
      </p:sp>
      <p:sp>
        <p:nvSpPr>
          <p:cNvPr id="14" name="Text 11"/>
          <p:cNvSpPr/>
          <p:nvPr/>
        </p:nvSpPr>
        <p:spPr>
          <a:xfrm>
            <a:off x="7511796" y="2048256"/>
            <a:ext cx="1005840" cy="493776"/>
          </a:xfrm>
          <a:prstGeom prst="rect">
            <a:avLst/>
          </a:prstGeom>
          <a:noFill/>
          <a:ln/>
        </p:spPr>
        <p:txBody>
          <a:bodyPr wrap="square" lIns="0" tIns="0" rIns="0" bIns="0" rtlCol="0" anchor="ctr"/>
          <a:lstStyle/>
          <a:p>
            <a:pPr marL="0" indent="0" algn="r">
              <a:buNone/>
            </a:pPr>
            <a:r>
              <a:rPr lang="en-US" sz="1600" b="1" dirty="0">
                <a:solidFill>
                  <a:srgbClr val="1F5AA6"/>
                </a:solidFill>
                <a:latin typeface="Cambria" pitchFamily="34" charset="0"/>
                <a:ea typeface="Cambria" pitchFamily="34" charset="-122"/>
                <a:cs typeface="Cambria" pitchFamily="34" charset="-120"/>
              </a:rPr>
              <a:t>0,61</a:t>
            </a:r>
            <a:endParaRPr lang="en-US" sz="1600" dirty="0"/>
          </a:p>
        </p:txBody>
      </p:sp>
      <p:sp>
        <p:nvSpPr>
          <p:cNvPr id="15" name="Shape 12"/>
          <p:cNvSpPr/>
          <p:nvPr/>
        </p:nvSpPr>
        <p:spPr>
          <a:xfrm>
            <a:off x="4905756" y="2615184"/>
            <a:ext cx="3794760" cy="493776"/>
          </a:xfrm>
          <a:prstGeom prst="roundRect">
            <a:avLst>
              <a:gd name="adj" fmla="val 12963"/>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6" name="Text 13"/>
          <p:cNvSpPr/>
          <p:nvPr/>
        </p:nvSpPr>
        <p:spPr>
          <a:xfrm>
            <a:off x="5088636" y="2615184"/>
            <a:ext cx="2468880" cy="493776"/>
          </a:xfrm>
          <a:prstGeom prst="rect">
            <a:avLst/>
          </a:prstGeom>
          <a:noFill/>
          <a:ln/>
        </p:spPr>
        <p:txBody>
          <a:bodyPr wrap="square" lIns="0" tIns="0" rIns="0" bIns="0" rtlCol="0" anchor="ctr"/>
          <a:lstStyle/>
          <a:p>
            <a:pPr marL="0" indent="0">
              <a:buNone/>
            </a:pPr>
            <a:r>
              <a:rPr lang="en-US" sz="1300" dirty="0">
                <a:solidFill>
                  <a:srgbClr val="1B2A3D"/>
                </a:solidFill>
                <a:latin typeface="Calibri" pitchFamily="34" charset="0"/>
                <a:ea typeface="Calibri" pitchFamily="34" charset="-122"/>
                <a:cs typeface="Calibri" pitchFamily="34" charset="-120"/>
              </a:rPr>
              <a:t>Twitter</a:t>
            </a:r>
            <a:endParaRPr lang="en-US" sz="1300" dirty="0"/>
          </a:p>
        </p:txBody>
      </p:sp>
      <p:sp>
        <p:nvSpPr>
          <p:cNvPr id="17" name="Text 14"/>
          <p:cNvSpPr/>
          <p:nvPr/>
        </p:nvSpPr>
        <p:spPr>
          <a:xfrm>
            <a:off x="7511796" y="2615184"/>
            <a:ext cx="1005840" cy="493776"/>
          </a:xfrm>
          <a:prstGeom prst="rect">
            <a:avLst/>
          </a:prstGeom>
          <a:noFill/>
          <a:ln/>
        </p:spPr>
        <p:txBody>
          <a:bodyPr wrap="square" lIns="0" tIns="0" rIns="0" bIns="0" rtlCol="0" anchor="ctr"/>
          <a:lstStyle/>
          <a:p>
            <a:pPr marL="0" indent="0" algn="r">
              <a:buNone/>
            </a:pPr>
            <a:r>
              <a:rPr lang="en-US" sz="1600" b="1" dirty="0">
                <a:solidFill>
                  <a:srgbClr val="1F5AA6"/>
                </a:solidFill>
                <a:latin typeface="Cambria" pitchFamily="34" charset="0"/>
                <a:ea typeface="Cambria" pitchFamily="34" charset="-122"/>
                <a:cs typeface="Cambria" pitchFamily="34" charset="-120"/>
              </a:rPr>
              <a:t>0,74</a:t>
            </a:r>
            <a:endParaRPr lang="en-US" sz="1600" dirty="0"/>
          </a:p>
        </p:txBody>
      </p:sp>
      <p:sp>
        <p:nvSpPr>
          <p:cNvPr id="18" name="Shape 15"/>
          <p:cNvSpPr/>
          <p:nvPr/>
        </p:nvSpPr>
        <p:spPr>
          <a:xfrm>
            <a:off x="4905756" y="3182112"/>
            <a:ext cx="3794760" cy="493776"/>
          </a:xfrm>
          <a:prstGeom prst="roundRect">
            <a:avLst>
              <a:gd name="adj" fmla="val 12963"/>
            </a:avLst>
          </a:prstGeom>
          <a:solidFill>
            <a:srgbClr val="E8F0FA"/>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9" name="Text 16"/>
          <p:cNvSpPr/>
          <p:nvPr/>
        </p:nvSpPr>
        <p:spPr>
          <a:xfrm>
            <a:off x="5088636" y="3182112"/>
            <a:ext cx="2468880" cy="493776"/>
          </a:xfrm>
          <a:prstGeom prst="rect">
            <a:avLst/>
          </a:prstGeom>
          <a:noFill/>
          <a:ln/>
        </p:spPr>
        <p:txBody>
          <a:bodyPr wrap="square" lIns="0" tIns="0" rIns="0" bIns="0" rtlCol="0" anchor="ctr"/>
          <a:lstStyle/>
          <a:p>
            <a:pPr marL="0" indent="0">
              <a:buNone/>
            </a:pPr>
            <a:r>
              <a:rPr lang="en-US" sz="1300" b="1" dirty="0">
                <a:solidFill>
                  <a:srgbClr val="1B2A3D"/>
                </a:solidFill>
                <a:latin typeface="Calibri" pitchFamily="34" charset="0"/>
                <a:ea typeface="Calibri" pitchFamily="34" charset="-122"/>
                <a:cs typeface="Calibri" pitchFamily="34" charset="-120"/>
              </a:rPr>
              <a:t>Media</a:t>
            </a:r>
            <a:endParaRPr lang="en-US" sz="1300" dirty="0"/>
          </a:p>
        </p:txBody>
      </p:sp>
      <p:sp>
        <p:nvSpPr>
          <p:cNvPr id="20" name="Text 17"/>
          <p:cNvSpPr/>
          <p:nvPr/>
        </p:nvSpPr>
        <p:spPr>
          <a:xfrm>
            <a:off x="7511796" y="3182112"/>
            <a:ext cx="1005840" cy="493776"/>
          </a:xfrm>
          <a:prstGeom prst="rect">
            <a:avLst/>
          </a:prstGeom>
          <a:noFill/>
          <a:ln/>
        </p:spPr>
        <p:txBody>
          <a:bodyPr wrap="square" lIns="0" tIns="0" rIns="0" bIns="0" rtlCol="0" anchor="ctr"/>
          <a:lstStyle/>
          <a:p>
            <a:pPr marL="0" indent="0" algn="r">
              <a:buNone/>
            </a:pPr>
            <a:r>
              <a:rPr lang="en-US" sz="1600" b="1" dirty="0">
                <a:solidFill>
                  <a:srgbClr val="0F2A4A"/>
                </a:solidFill>
                <a:latin typeface="Cambria" pitchFamily="34" charset="0"/>
                <a:ea typeface="Cambria" pitchFamily="34" charset="-122"/>
                <a:cs typeface="Cambria" pitchFamily="34" charset="-120"/>
              </a:rPr>
              <a:t>0,66</a:t>
            </a:r>
            <a:endParaRPr lang="en-US" sz="1600" dirty="0"/>
          </a:p>
        </p:txBody>
      </p:sp>
      <p:sp>
        <p:nvSpPr>
          <p:cNvPr id="21" name="Shape 18"/>
          <p:cNvSpPr/>
          <p:nvPr/>
        </p:nvSpPr>
        <p:spPr>
          <a:xfrm>
            <a:off x="4905756" y="3767328"/>
            <a:ext cx="3794760" cy="758952"/>
          </a:xfrm>
          <a:prstGeom prst="roundRect">
            <a:avLst>
              <a:gd name="adj" fmla="val 8434"/>
            </a:avLst>
          </a:prstGeom>
          <a:solidFill>
            <a:srgbClr val="0F2A4A"/>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22" name="Text 19"/>
          <p:cNvSpPr/>
          <p:nvPr/>
        </p:nvSpPr>
        <p:spPr>
          <a:xfrm>
            <a:off x="5134356" y="3767328"/>
            <a:ext cx="3337560" cy="758952"/>
          </a:xfrm>
          <a:prstGeom prst="rect">
            <a:avLst/>
          </a:prstGeom>
          <a:noFill/>
          <a:ln/>
        </p:spPr>
        <p:txBody>
          <a:bodyPr wrap="square" lIns="0" tIns="0" rIns="0" bIns="0" rtlCol="0" anchor="ctr"/>
          <a:lstStyle/>
          <a:p>
            <a:pPr marL="0" indent="0">
              <a:buNone/>
            </a:pPr>
            <a:r>
              <a:rPr lang="en-US" sz="1180" b="1" dirty="0">
                <a:solidFill>
                  <a:srgbClr val="FFFFFF"/>
                </a:solidFill>
                <a:latin typeface="Calibri" pitchFamily="34" charset="0"/>
                <a:ea typeface="Calibri" pitchFamily="34" charset="-122"/>
                <a:cs typeface="Calibri" pitchFamily="34" charset="-120"/>
              </a:rPr>
              <a:t>Caída de más de 20 puntos → sesgo de dominio. </a:t>
            </a:r>
            <a:r>
              <a:rPr lang="en-US" sz="1180" dirty="0">
                <a:solidFill>
                  <a:srgbClr val="E7F0FB"/>
                </a:solidFill>
                <a:latin typeface="Calibri" pitchFamily="34" charset="0"/>
                <a:ea typeface="Calibri" pitchFamily="34" charset="-122"/>
                <a:cs typeface="Calibri" pitchFamily="34" charset="-120"/>
              </a:rPr>
              <a:t>El modelo se apoyaba en la huella de compresión de </a:t>
            </a:r>
            <a:r>
              <a:rPr lang="en-US" sz="1180" dirty="0" err="1">
                <a:solidFill>
                  <a:srgbClr val="E7F0FB"/>
                </a:solidFill>
                <a:latin typeface="Calibri" pitchFamily="34" charset="0"/>
                <a:ea typeface="Calibri" pitchFamily="34" charset="-122"/>
                <a:cs typeface="Calibri" pitchFamily="34" charset="-120"/>
              </a:rPr>
              <a:t>cada</a:t>
            </a:r>
            <a:r>
              <a:rPr lang="en-US" sz="1180" dirty="0">
                <a:solidFill>
                  <a:srgbClr val="E7F0FB"/>
                </a:solidFill>
                <a:latin typeface="Calibri" pitchFamily="34" charset="0"/>
                <a:ea typeface="Calibri" pitchFamily="34" charset="-122"/>
                <a:cs typeface="Calibri" pitchFamily="34" charset="-120"/>
              </a:rPr>
              <a:t> </a:t>
            </a:r>
            <a:r>
              <a:rPr lang="en-US" sz="1180" dirty="0" err="1">
                <a:solidFill>
                  <a:srgbClr val="E7F0FB"/>
                </a:solidFill>
                <a:latin typeface="Calibri" pitchFamily="34" charset="0"/>
                <a:ea typeface="Calibri" pitchFamily="34" charset="-122"/>
                <a:cs typeface="Calibri" pitchFamily="34" charset="-120"/>
              </a:rPr>
              <a:t>plataforma</a:t>
            </a:r>
            <a:r>
              <a:rPr lang="en-US" sz="1180" dirty="0">
                <a:solidFill>
                  <a:srgbClr val="E7F0FB"/>
                </a:solidFill>
                <a:latin typeface="Calibri" pitchFamily="34" charset="0"/>
                <a:ea typeface="Calibri" pitchFamily="34" charset="-122"/>
                <a:cs typeface="Calibri" pitchFamily="34" charset="-120"/>
              </a:rPr>
              <a:t>.</a:t>
            </a:r>
            <a:endParaRPr lang="en-US" sz="1180" dirty="0"/>
          </a:p>
        </p:txBody>
      </p:sp>
      <p:sp>
        <p:nvSpPr>
          <p:cNvPr id="23" name="Text 20"/>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12</a:t>
            </a:r>
            <a:endParaRPr lang="en-US" sz="900" dirty="0"/>
          </a:p>
        </p:txBody>
      </p:sp>
      <p:pic>
        <p:nvPicPr>
          <p:cNvPr id="24" name="Imagen 23">
            <a:extLst>
              <a:ext uri="{FF2B5EF4-FFF2-40B4-BE49-F238E27FC236}">
                <a16:creationId xmlns:a16="http://schemas.microsoft.com/office/drawing/2014/main" id="{7382E5F6-6018-70C6-A364-58821D70F77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94" y="1753926"/>
            <a:ext cx="4432582" cy="22162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La solución: especializar por plataforma</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endParaRPr lang="en-US" sz="1300" dirty="0"/>
          </a:p>
        </p:txBody>
      </p:sp>
      <p:sp>
        <p:nvSpPr>
          <p:cNvPr id="6" name="Shape 4"/>
          <p:cNvSpPr/>
          <p:nvPr/>
        </p:nvSpPr>
        <p:spPr>
          <a:xfrm>
            <a:off x="640080" y="2331720"/>
            <a:ext cx="1554480" cy="777240"/>
          </a:xfrm>
          <a:prstGeom prst="roundRect">
            <a:avLst>
              <a:gd name="adj" fmla="val 7059"/>
            </a:avLst>
          </a:prstGeom>
          <a:solidFill>
            <a:srgbClr val="0F2A4A"/>
          </a:solidFill>
          <a:ln/>
        </p:spPr>
        <p:txBody>
          <a:bodyPr/>
          <a:lstStyle/>
          <a:p>
            <a:endParaRPr lang="es-ES"/>
          </a:p>
        </p:txBody>
      </p:sp>
      <p:sp>
        <p:nvSpPr>
          <p:cNvPr id="7" name="Text 5"/>
          <p:cNvSpPr/>
          <p:nvPr/>
        </p:nvSpPr>
        <p:spPr>
          <a:xfrm>
            <a:off x="640080" y="2331720"/>
            <a:ext cx="1554480" cy="777240"/>
          </a:xfrm>
          <a:prstGeom prst="rect">
            <a:avLst/>
          </a:prstGeom>
          <a:noFill/>
          <a:ln/>
        </p:spPr>
        <p:txBody>
          <a:bodyPr wrap="square" lIns="0" tIns="0" rIns="0" bIns="0" rtlCol="0" anchor="ctr"/>
          <a:lstStyle/>
          <a:p>
            <a:pPr marL="0" indent="0" algn="ctr">
              <a:lnSpc>
                <a:spcPct val="90000"/>
              </a:lnSpc>
              <a:buNone/>
            </a:pPr>
            <a:r>
              <a:rPr lang="en-US" sz="1100" dirty="0">
                <a:solidFill>
                  <a:srgbClr val="FFFFFF"/>
                </a:solidFill>
                <a:latin typeface="Calibri" pitchFamily="34" charset="0"/>
                <a:ea typeface="Calibri" pitchFamily="34" charset="-122"/>
                <a:cs typeface="Calibri" pitchFamily="34" charset="-120"/>
              </a:rPr>
              <a:t>Vídeo</a:t>
            </a:r>
            <a:endParaRPr lang="en-US" sz="1100" dirty="0"/>
          </a:p>
          <a:p>
            <a:pPr marL="0" indent="0" algn="ctr">
              <a:lnSpc>
                <a:spcPct val="90000"/>
              </a:lnSpc>
              <a:buNone/>
            </a:pPr>
            <a:r>
              <a:rPr lang="en-US" sz="1100" dirty="0">
                <a:solidFill>
                  <a:srgbClr val="FFFFFF"/>
                </a:solidFill>
                <a:latin typeface="Calibri" pitchFamily="34" charset="0"/>
                <a:ea typeface="Calibri" pitchFamily="34" charset="-122"/>
                <a:cs typeface="Calibri" pitchFamily="34" charset="-120"/>
              </a:rPr>
              <a:t>+ origen detectado</a:t>
            </a:r>
            <a:endParaRPr lang="en-US" sz="1100" dirty="0"/>
          </a:p>
        </p:txBody>
      </p:sp>
      <p:sp>
        <p:nvSpPr>
          <p:cNvPr id="8" name="Shape 6"/>
          <p:cNvSpPr/>
          <p:nvPr/>
        </p:nvSpPr>
        <p:spPr>
          <a:xfrm>
            <a:off x="2606040" y="2240280"/>
            <a:ext cx="1280160" cy="960120"/>
          </a:xfrm>
          <a:prstGeom prst="diamond">
            <a:avLst/>
          </a:prstGeom>
          <a:solidFill>
            <a:srgbClr val="1F5AA6"/>
          </a:solidFill>
          <a:ln/>
        </p:spPr>
        <p:txBody>
          <a:bodyPr/>
          <a:lstStyle/>
          <a:p>
            <a:endParaRPr lang="es-ES"/>
          </a:p>
        </p:txBody>
      </p:sp>
      <p:sp>
        <p:nvSpPr>
          <p:cNvPr id="9" name="Text 7"/>
          <p:cNvSpPr/>
          <p:nvPr/>
        </p:nvSpPr>
        <p:spPr>
          <a:xfrm>
            <a:off x="2606040" y="2240280"/>
            <a:ext cx="1280160" cy="9601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Enrutador</a:t>
            </a:r>
            <a:endParaRPr lang="en-US" sz="1150" dirty="0"/>
          </a:p>
        </p:txBody>
      </p:sp>
      <p:sp>
        <p:nvSpPr>
          <p:cNvPr id="10" name="Shape 8"/>
          <p:cNvSpPr/>
          <p:nvPr/>
        </p:nvSpPr>
        <p:spPr>
          <a:xfrm>
            <a:off x="2194560" y="2715768"/>
            <a:ext cx="411480" cy="0"/>
          </a:xfrm>
          <a:prstGeom prst="line">
            <a:avLst/>
          </a:prstGeom>
          <a:noFill/>
          <a:ln w="22225">
            <a:solidFill>
              <a:srgbClr val="4A78B5"/>
            </a:solidFill>
            <a:prstDash val="solid"/>
            <a:tailEnd type="triangle"/>
          </a:ln>
        </p:spPr>
        <p:txBody>
          <a:bodyPr/>
          <a:lstStyle/>
          <a:p>
            <a:endParaRPr lang="es-ES"/>
          </a:p>
        </p:txBody>
      </p:sp>
      <p:sp>
        <p:nvSpPr>
          <p:cNvPr id="11" name="Shape 9"/>
          <p:cNvSpPr/>
          <p:nvPr/>
        </p:nvSpPr>
        <p:spPr>
          <a:xfrm>
            <a:off x="4700016" y="1481328"/>
            <a:ext cx="2148840" cy="530352"/>
          </a:xfrm>
          <a:prstGeom prst="roundRect">
            <a:avLst>
              <a:gd name="adj" fmla="val 10345"/>
            </a:avLst>
          </a:prstGeom>
          <a:solidFill>
            <a:srgbClr val="E8F0FA"/>
          </a:solidFill>
          <a:ln w="12700">
            <a:solidFill>
              <a:srgbClr val="C9D8E8"/>
            </a:solidFill>
            <a:prstDash val="solid"/>
          </a:ln>
        </p:spPr>
        <p:txBody>
          <a:bodyPr/>
          <a:lstStyle/>
          <a:p>
            <a:endParaRPr lang="es-ES"/>
          </a:p>
        </p:txBody>
      </p:sp>
      <p:sp>
        <p:nvSpPr>
          <p:cNvPr id="12" name="Text 10"/>
          <p:cNvSpPr/>
          <p:nvPr/>
        </p:nvSpPr>
        <p:spPr>
          <a:xfrm>
            <a:off x="4700016" y="1481328"/>
            <a:ext cx="2148840" cy="530352"/>
          </a:xfrm>
          <a:prstGeom prst="rect">
            <a:avLst/>
          </a:prstGeom>
          <a:noFill/>
          <a:ln/>
        </p:spPr>
        <p:txBody>
          <a:bodyPr wrap="square" lIns="0" tIns="0" rIns="0" bIns="0" rtlCol="0" anchor="ctr"/>
          <a:lstStyle/>
          <a:p>
            <a:pPr marL="0" indent="0" algn="ctr">
              <a:buNone/>
            </a:pPr>
            <a:r>
              <a:rPr lang="en-US" sz="1200" b="1" dirty="0">
                <a:solidFill>
                  <a:srgbClr val="0F2A4A"/>
                </a:solidFill>
                <a:latin typeface="Calibri" pitchFamily="34" charset="0"/>
                <a:ea typeface="Calibri" pitchFamily="34" charset="-122"/>
                <a:cs typeface="Calibri" pitchFamily="34" charset="-120"/>
              </a:rPr>
              <a:t>Modelo Instagram</a:t>
            </a:r>
            <a:endParaRPr lang="en-US" sz="1200" dirty="0"/>
          </a:p>
        </p:txBody>
      </p:sp>
      <p:sp>
        <p:nvSpPr>
          <p:cNvPr id="13" name="Shape 11"/>
          <p:cNvSpPr/>
          <p:nvPr/>
        </p:nvSpPr>
        <p:spPr>
          <a:xfrm flipV="1">
            <a:off x="3931920" y="2441448"/>
            <a:ext cx="731520" cy="274320"/>
          </a:xfrm>
          <a:prstGeom prst="line">
            <a:avLst/>
          </a:prstGeom>
          <a:noFill/>
          <a:ln w="15875">
            <a:solidFill>
              <a:srgbClr val="4A78B5"/>
            </a:solidFill>
            <a:prstDash val="solid"/>
            <a:tailEnd type="triangle"/>
          </a:ln>
        </p:spPr>
        <p:txBody>
          <a:bodyPr/>
          <a:lstStyle/>
          <a:p>
            <a:endParaRPr lang="es-ES"/>
          </a:p>
        </p:txBody>
      </p:sp>
      <p:sp>
        <p:nvSpPr>
          <p:cNvPr id="14" name="Shape 12"/>
          <p:cNvSpPr/>
          <p:nvPr/>
        </p:nvSpPr>
        <p:spPr>
          <a:xfrm>
            <a:off x="4700016" y="2139696"/>
            <a:ext cx="2148840" cy="530352"/>
          </a:xfrm>
          <a:prstGeom prst="roundRect">
            <a:avLst>
              <a:gd name="adj" fmla="val 10345"/>
            </a:avLst>
          </a:prstGeom>
          <a:solidFill>
            <a:srgbClr val="E8F0FA"/>
          </a:solidFill>
          <a:ln w="12700">
            <a:solidFill>
              <a:srgbClr val="C9D8E8"/>
            </a:solidFill>
            <a:prstDash val="solid"/>
          </a:ln>
        </p:spPr>
        <p:txBody>
          <a:bodyPr/>
          <a:lstStyle/>
          <a:p>
            <a:endParaRPr lang="es-ES"/>
          </a:p>
        </p:txBody>
      </p:sp>
      <p:sp>
        <p:nvSpPr>
          <p:cNvPr id="15" name="Text 13"/>
          <p:cNvSpPr/>
          <p:nvPr/>
        </p:nvSpPr>
        <p:spPr>
          <a:xfrm>
            <a:off x="4700016" y="2139696"/>
            <a:ext cx="2148840" cy="530352"/>
          </a:xfrm>
          <a:prstGeom prst="rect">
            <a:avLst/>
          </a:prstGeom>
          <a:noFill/>
          <a:ln/>
        </p:spPr>
        <p:txBody>
          <a:bodyPr wrap="square" lIns="0" tIns="0" rIns="0" bIns="0" rtlCol="0" anchor="ctr"/>
          <a:lstStyle/>
          <a:p>
            <a:pPr marL="0" indent="0" algn="ctr">
              <a:buNone/>
            </a:pPr>
            <a:r>
              <a:rPr lang="en-US" sz="1200" b="1" dirty="0">
                <a:solidFill>
                  <a:srgbClr val="0F2A4A"/>
                </a:solidFill>
                <a:latin typeface="Calibri" pitchFamily="34" charset="0"/>
                <a:ea typeface="Calibri" pitchFamily="34" charset="-122"/>
                <a:cs typeface="Calibri" pitchFamily="34" charset="-120"/>
              </a:rPr>
              <a:t>Modelo Twitter</a:t>
            </a:r>
            <a:endParaRPr lang="en-US" sz="1200" dirty="0"/>
          </a:p>
        </p:txBody>
      </p:sp>
      <p:sp>
        <p:nvSpPr>
          <p:cNvPr id="17" name="Shape 15"/>
          <p:cNvSpPr/>
          <p:nvPr/>
        </p:nvSpPr>
        <p:spPr>
          <a:xfrm>
            <a:off x="4700016" y="2798064"/>
            <a:ext cx="2148840" cy="530352"/>
          </a:xfrm>
          <a:prstGeom prst="roundRect">
            <a:avLst>
              <a:gd name="adj" fmla="val 10345"/>
            </a:avLst>
          </a:prstGeom>
          <a:solidFill>
            <a:srgbClr val="E8F0FA"/>
          </a:solidFill>
          <a:ln w="12700">
            <a:solidFill>
              <a:srgbClr val="C9D8E8"/>
            </a:solidFill>
            <a:prstDash val="solid"/>
          </a:ln>
        </p:spPr>
        <p:txBody>
          <a:bodyPr/>
          <a:lstStyle/>
          <a:p>
            <a:endParaRPr lang="es-ES"/>
          </a:p>
        </p:txBody>
      </p:sp>
      <p:sp>
        <p:nvSpPr>
          <p:cNvPr id="18" name="Text 16"/>
          <p:cNvSpPr/>
          <p:nvPr/>
        </p:nvSpPr>
        <p:spPr>
          <a:xfrm>
            <a:off x="4700016" y="2798064"/>
            <a:ext cx="2148840" cy="530352"/>
          </a:xfrm>
          <a:prstGeom prst="rect">
            <a:avLst/>
          </a:prstGeom>
          <a:noFill/>
          <a:ln/>
        </p:spPr>
        <p:txBody>
          <a:bodyPr wrap="square" lIns="0" tIns="0" rIns="0" bIns="0" rtlCol="0" anchor="ctr"/>
          <a:lstStyle/>
          <a:p>
            <a:pPr marL="0" indent="0" algn="ctr">
              <a:buNone/>
            </a:pPr>
            <a:r>
              <a:rPr lang="en-US" sz="1200" b="1" dirty="0">
                <a:solidFill>
                  <a:srgbClr val="0F2A4A"/>
                </a:solidFill>
                <a:latin typeface="Calibri" pitchFamily="34" charset="0"/>
                <a:ea typeface="Calibri" pitchFamily="34" charset="-122"/>
                <a:cs typeface="Calibri" pitchFamily="34" charset="-120"/>
              </a:rPr>
              <a:t>Modelo </a:t>
            </a:r>
            <a:r>
              <a:rPr lang="en-US" sz="1200" b="1" dirty="0" err="1">
                <a:solidFill>
                  <a:srgbClr val="0F2A4A"/>
                </a:solidFill>
                <a:latin typeface="Calibri" pitchFamily="34" charset="0"/>
                <a:ea typeface="Calibri" pitchFamily="34" charset="-122"/>
                <a:cs typeface="Calibri" pitchFamily="34" charset="-120"/>
              </a:rPr>
              <a:t>grabaciones</a:t>
            </a:r>
            <a:endParaRPr lang="en-US" sz="1200" dirty="0"/>
          </a:p>
        </p:txBody>
      </p:sp>
      <p:sp>
        <p:nvSpPr>
          <p:cNvPr id="19" name="Shape 17"/>
          <p:cNvSpPr/>
          <p:nvPr/>
        </p:nvSpPr>
        <p:spPr>
          <a:xfrm>
            <a:off x="3931920" y="2715768"/>
            <a:ext cx="731520" cy="347472"/>
          </a:xfrm>
          <a:prstGeom prst="line">
            <a:avLst/>
          </a:prstGeom>
          <a:noFill/>
          <a:ln w="15875">
            <a:solidFill>
              <a:srgbClr val="4A78B5"/>
            </a:solidFill>
            <a:prstDash val="solid"/>
            <a:tailEnd type="triangle"/>
          </a:ln>
        </p:spPr>
        <p:txBody>
          <a:bodyPr/>
          <a:lstStyle/>
          <a:p>
            <a:endParaRPr lang="es-ES"/>
          </a:p>
        </p:txBody>
      </p:sp>
      <p:sp>
        <p:nvSpPr>
          <p:cNvPr id="20" name="Shape 18"/>
          <p:cNvSpPr/>
          <p:nvPr/>
        </p:nvSpPr>
        <p:spPr>
          <a:xfrm>
            <a:off x="4700016" y="3456432"/>
            <a:ext cx="2148840" cy="530352"/>
          </a:xfrm>
          <a:prstGeom prst="roundRect">
            <a:avLst>
              <a:gd name="adj" fmla="val 10345"/>
            </a:avLst>
          </a:prstGeom>
          <a:solidFill>
            <a:srgbClr val="FFFFFF"/>
          </a:solidFill>
          <a:ln w="15875">
            <a:solidFill>
              <a:schemeClr val="accent1"/>
            </a:solidFill>
            <a:prstDash val="dash"/>
          </a:ln>
        </p:spPr>
        <p:txBody>
          <a:bodyPr/>
          <a:lstStyle/>
          <a:p>
            <a:endParaRPr lang="es-ES"/>
          </a:p>
        </p:txBody>
      </p:sp>
      <p:sp>
        <p:nvSpPr>
          <p:cNvPr id="21" name="Text 19"/>
          <p:cNvSpPr/>
          <p:nvPr/>
        </p:nvSpPr>
        <p:spPr>
          <a:xfrm>
            <a:off x="4700016" y="3456432"/>
            <a:ext cx="2148840" cy="530352"/>
          </a:xfrm>
          <a:prstGeom prst="rect">
            <a:avLst/>
          </a:prstGeom>
          <a:noFill/>
          <a:ln/>
        </p:spPr>
        <p:txBody>
          <a:bodyPr wrap="square" lIns="0" tIns="0" rIns="0" bIns="0" rtlCol="0" anchor="ctr"/>
          <a:lstStyle/>
          <a:p>
            <a:pPr marL="0" indent="0" algn="ctr">
              <a:buNone/>
            </a:pPr>
            <a:r>
              <a:rPr lang="en-US" sz="1050" b="1" dirty="0">
                <a:solidFill>
                  <a:schemeClr val="accent1"/>
                </a:solidFill>
                <a:latin typeface="Calibri" pitchFamily="34" charset="0"/>
                <a:ea typeface="Calibri" pitchFamily="34" charset="-122"/>
                <a:cs typeface="Calibri" pitchFamily="34" charset="-120"/>
              </a:rPr>
              <a:t>Modelo unificado (salvaguarda)</a:t>
            </a:r>
            <a:endParaRPr lang="en-US" sz="1050" dirty="0">
              <a:solidFill>
                <a:schemeClr val="accent1"/>
              </a:solidFill>
            </a:endParaRPr>
          </a:p>
        </p:txBody>
      </p:sp>
      <p:sp>
        <p:nvSpPr>
          <p:cNvPr id="22" name="Shape 20"/>
          <p:cNvSpPr/>
          <p:nvPr/>
        </p:nvSpPr>
        <p:spPr>
          <a:xfrm>
            <a:off x="3741420" y="3721608"/>
            <a:ext cx="885190" cy="0"/>
          </a:xfrm>
          <a:prstGeom prst="line">
            <a:avLst/>
          </a:prstGeom>
          <a:noFill/>
          <a:ln w="15875">
            <a:solidFill>
              <a:schemeClr val="accent1"/>
            </a:solidFill>
            <a:prstDash val="dash"/>
            <a:tailEnd type="triangle"/>
          </a:ln>
        </p:spPr>
        <p:txBody>
          <a:bodyPr/>
          <a:lstStyle/>
          <a:p>
            <a:endParaRPr lang="es-ES" dirty="0"/>
          </a:p>
        </p:txBody>
      </p:sp>
      <p:sp>
        <p:nvSpPr>
          <p:cNvPr id="23" name="Text 21"/>
          <p:cNvSpPr/>
          <p:nvPr/>
        </p:nvSpPr>
        <p:spPr>
          <a:xfrm>
            <a:off x="2788920" y="3569715"/>
            <a:ext cx="914400" cy="274320"/>
          </a:xfrm>
          <a:prstGeom prst="rect">
            <a:avLst/>
          </a:prstGeom>
          <a:noFill/>
          <a:ln/>
        </p:spPr>
        <p:txBody>
          <a:bodyPr wrap="square" lIns="0" tIns="0" rIns="0" bIns="0" rtlCol="0" anchor="ctr"/>
          <a:lstStyle/>
          <a:p>
            <a:pPr marL="0" indent="0" algn="ctr">
              <a:buNone/>
            </a:pPr>
            <a:r>
              <a:rPr lang="en-US" sz="850" i="1" dirty="0">
                <a:solidFill>
                  <a:srgbClr val="667C96"/>
                </a:solidFill>
                <a:latin typeface="Calibri" pitchFamily="34" charset="0"/>
                <a:ea typeface="Calibri" pitchFamily="34" charset="-122"/>
                <a:cs typeface="Calibri" pitchFamily="34" charset="-120"/>
              </a:rPr>
              <a:t>origen desconocido</a:t>
            </a:r>
            <a:endParaRPr lang="en-US" sz="850" dirty="0"/>
          </a:p>
        </p:txBody>
      </p:sp>
      <p:sp>
        <p:nvSpPr>
          <p:cNvPr id="24" name="Shape 22"/>
          <p:cNvSpPr/>
          <p:nvPr/>
        </p:nvSpPr>
        <p:spPr>
          <a:xfrm>
            <a:off x="7086600" y="1481328"/>
            <a:ext cx="1508760" cy="2505456"/>
          </a:xfrm>
          <a:prstGeom prst="roundRect">
            <a:avLst>
              <a:gd name="adj" fmla="val 4242"/>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25" name="Shape 23"/>
          <p:cNvSpPr/>
          <p:nvPr/>
        </p:nvSpPr>
        <p:spPr>
          <a:xfrm>
            <a:off x="7562088" y="1664208"/>
            <a:ext cx="548640" cy="548640"/>
          </a:xfrm>
          <a:prstGeom prst="ellipse">
            <a:avLst/>
          </a:prstGeom>
          <a:solidFill>
            <a:schemeClr val="accent1">
              <a:lumMod val="40000"/>
              <a:lumOff val="60000"/>
            </a:schemeClr>
          </a:solidFill>
          <a:ln/>
        </p:spPr>
        <p:txBody>
          <a:bodyPr/>
          <a:lstStyle/>
          <a:p>
            <a:endParaRPr lang="es-ES"/>
          </a:p>
        </p:txBody>
      </p:sp>
      <p:pic>
        <p:nvPicPr>
          <p:cNvPr id="26" name="Image 0" descr="preencoded.png"/>
          <p:cNvPicPr>
            <a:picLocks noChangeAspect="1"/>
          </p:cNvPicPr>
          <p:nvPr/>
        </p:nvPicPr>
        <p:blipFill>
          <a:blip r:embed="rId3"/>
          <a:stretch>
            <a:fillRect/>
          </a:stretch>
        </p:blipFill>
        <p:spPr>
          <a:xfrm>
            <a:off x="7693762" y="1795882"/>
            <a:ext cx="285293" cy="285293"/>
          </a:xfrm>
          <a:prstGeom prst="rect">
            <a:avLst/>
          </a:prstGeom>
        </p:spPr>
      </p:pic>
      <p:sp>
        <p:nvSpPr>
          <p:cNvPr id="27" name="Text 24"/>
          <p:cNvSpPr/>
          <p:nvPr/>
        </p:nvSpPr>
        <p:spPr>
          <a:xfrm>
            <a:off x="7132320" y="2286000"/>
            <a:ext cx="1417320" cy="320040"/>
          </a:xfrm>
          <a:prstGeom prst="rect">
            <a:avLst/>
          </a:prstGeom>
          <a:noFill/>
          <a:ln/>
        </p:spPr>
        <p:txBody>
          <a:bodyPr wrap="square" lIns="0" tIns="0" rIns="0" bIns="0" rtlCol="0" anchor="ctr"/>
          <a:lstStyle/>
          <a:p>
            <a:pPr marL="0" indent="0" algn="ctr">
              <a:buNone/>
            </a:pPr>
            <a:r>
              <a:rPr lang="en-US" sz="1400" b="1" dirty="0">
                <a:solidFill>
                  <a:schemeClr val="accent1">
                    <a:lumMod val="75000"/>
                  </a:schemeClr>
                </a:solidFill>
                <a:latin typeface="Cambria" pitchFamily="34" charset="0"/>
                <a:ea typeface="Cambria" pitchFamily="34" charset="-122"/>
                <a:cs typeface="Cambria" pitchFamily="34" charset="-120"/>
              </a:rPr>
              <a:t>Escalable</a:t>
            </a:r>
            <a:endParaRPr lang="en-US" sz="1400" dirty="0">
              <a:solidFill>
                <a:schemeClr val="accent1">
                  <a:lumMod val="75000"/>
                </a:schemeClr>
              </a:solidFill>
            </a:endParaRPr>
          </a:p>
        </p:txBody>
      </p:sp>
      <p:sp>
        <p:nvSpPr>
          <p:cNvPr id="28" name="Text 25"/>
          <p:cNvSpPr/>
          <p:nvPr/>
        </p:nvSpPr>
        <p:spPr>
          <a:xfrm>
            <a:off x="7178040" y="2633472"/>
            <a:ext cx="1325880" cy="1280160"/>
          </a:xfrm>
          <a:prstGeom prst="rect">
            <a:avLst/>
          </a:prstGeom>
          <a:noFill/>
          <a:ln/>
        </p:spPr>
        <p:txBody>
          <a:bodyPr wrap="square" lIns="0" tIns="0" rIns="0" bIns="0" rtlCol="0" anchor="t"/>
          <a:lstStyle/>
          <a:p>
            <a:pPr marL="0" indent="0" algn="ctr">
              <a:buNone/>
            </a:pPr>
            <a:r>
              <a:rPr lang="en-US" sz="1100" dirty="0">
                <a:solidFill>
                  <a:srgbClr val="1B2A3D"/>
                </a:solidFill>
                <a:latin typeface="Calibri" pitchFamily="34" charset="0"/>
                <a:ea typeface="Calibri" pitchFamily="34" charset="-122"/>
                <a:cs typeface="Calibri" pitchFamily="34" charset="-120"/>
              </a:rPr>
              <a:t>Añadir TikTok o YouTube: entrenar su modelo y registrarlo. Sin rehacer nada.</a:t>
            </a:r>
            <a:endParaRPr lang="en-US" sz="1100" dirty="0"/>
          </a:p>
        </p:txBody>
      </p:sp>
      <p:sp>
        <p:nvSpPr>
          <p:cNvPr id="29" name="Text 26"/>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13</a:t>
            </a:r>
            <a:endParaRPr lang="en-US" sz="900" dirty="0"/>
          </a:p>
        </p:txBody>
      </p:sp>
      <p:sp>
        <p:nvSpPr>
          <p:cNvPr id="31" name="Shape 11">
            <a:extLst>
              <a:ext uri="{FF2B5EF4-FFF2-40B4-BE49-F238E27FC236}">
                <a16:creationId xmlns:a16="http://schemas.microsoft.com/office/drawing/2014/main" id="{910E27BE-3D33-4C95-58AA-625EC0FB6126}"/>
              </a:ext>
            </a:extLst>
          </p:cNvPr>
          <p:cNvSpPr/>
          <p:nvPr/>
        </p:nvSpPr>
        <p:spPr>
          <a:xfrm flipV="1">
            <a:off x="3922776" y="1761744"/>
            <a:ext cx="740664" cy="954024"/>
          </a:xfrm>
          <a:prstGeom prst="line">
            <a:avLst/>
          </a:prstGeom>
          <a:noFill/>
          <a:ln w="15875">
            <a:solidFill>
              <a:srgbClr val="4A78B5"/>
            </a:solidFill>
            <a:prstDash val="solid"/>
            <a:tailEnd type="triangle"/>
          </a:ln>
        </p:spPr>
        <p:txBody>
          <a:bodyPr/>
          <a:lstStyle/>
          <a:p>
            <a:endParaRPr lang="es-ES"/>
          </a:p>
        </p:txBody>
      </p:sp>
      <p:sp>
        <p:nvSpPr>
          <p:cNvPr id="33" name="Shape 20">
            <a:extLst>
              <a:ext uri="{FF2B5EF4-FFF2-40B4-BE49-F238E27FC236}">
                <a16:creationId xmlns:a16="http://schemas.microsoft.com/office/drawing/2014/main" id="{1F354CE8-BF1E-3C82-1B7F-219CD73BA29E}"/>
              </a:ext>
            </a:extLst>
          </p:cNvPr>
          <p:cNvSpPr/>
          <p:nvPr/>
        </p:nvSpPr>
        <p:spPr>
          <a:xfrm>
            <a:off x="3246120" y="3200400"/>
            <a:ext cx="0" cy="438150"/>
          </a:xfrm>
          <a:prstGeom prst="line">
            <a:avLst/>
          </a:prstGeom>
          <a:noFill/>
          <a:ln w="15875">
            <a:solidFill>
              <a:schemeClr val="accent1"/>
            </a:solidFill>
            <a:prstDash val="dash"/>
            <a:tailEnd type="triangle"/>
          </a:ln>
        </p:spPr>
        <p:txBody>
          <a:bodyPr/>
          <a:lstStyle/>
          <a:p>
            <a:endParaRPr lang="es-ES" dirty="0">
              <a:highlight>
                <a:srgbClr val="0000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No solo acertar: explicar</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endParaRPr lang="en-US" sz="1300" dirty="0"/>
          </a:p>
        </p:txBody>
      </p:sp>
      <p:sp>
        <p:nvSpPr>
          <p:cNvPr id="8" name="Text 5"/>
          <p:cNvSpPr/>
          <p:nvPr/>
        </p:nvSpPr>
        <p:spPr>
          <a:xfrm>
            <a:off x="731520" y="3012948"/>
            <a:ext cx="3291840" cy="548640"/>
          </a:xfrm>
          <a:prstGeom prst="rect">
            <a:avLst/>
          </a:prstGeom>
          <a:noFill/>
          <a:ln/>
        </p:spPr>
        <p:txBody>
          <a:bodyPr wrap="square" rtlCol="0" anchor="t"/>
          <a:lstStyle/>
          <a:p>
            <a:pPr marL="0" indent="0" algn="ctr">
              <a:buNone/>
            </a:pPr>
            <a:endParaRPr lang="en-US" sz="1200" dirty="0"/>
          </a:p>
        </p:txBody>
      </p:sp>
      <p:sp>
        <p:nvSpPr>
          <p:cNvPr id="9" name="Shape 6"/>
          <p:cNvSpPr/>
          <p:nvPr/>
        </p:nvSpPr>
        <p:spPr>
          <a:xfrm>
            <a:off x="4434840" y="1463040"/>
            <a:ext cx="4160520" cy="1801368"/>
          </a:xfrm>
          <a:prstGeom prst="roundRect">
            <a:avLst>
              <a:gd name="adj" fmla="val 4375"/>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0" name="Shape 7"/>
          <p:cNvSpPr/>
          <p:nvPr/>
        </p:nvSpPr>
        <p:spPr>
          <a:xfrm>
            <a:off x="4617720" y="1645920"/>
            <a:ext cx="502920" cy="502920"/>
          </a:xfrm>
          <a:prstGeom prst="ellipse">
            <a:avLst/>
          </a:prstGeom>
          <a:solidFill>
            <a:srgbClr val="0F2A4A"/>
          </a:solidFill>
          <a:ln/>
        </p:spPr>
        <p:txBody>
          <a:bodyPr/>
          <a:lstStyle/>
          <a:p>
            <a:endParaRPr lang="es-ES"/>
          </a:p>
        </p:txBody>
      </p:sp>
      <p:pic>
        <p:nvPicPr>
          <p:cNvPr id="11" name="Image 1" descr="preencoded.png"/>
          <p:cNvPicPr>
            <a:picLocks noChangeAspect="1"/>
          </p:cNvPicPr>
          <p:nvPr/>
        </p:nvPicPr>
        <p:blipFill>
          <a:blip r:embed="rId3"/>
          <a:stretch>
            <a:fillRect/>
          </a:stretch>
        </p:blipFill>
        <p:spPr>
          <a:xfrm>
            <a:off x="4738421" y="1766621"/>
            <a:ext cx="261518" cy="261518"/>
          </a:xfrm>
          <a:prstGeom prst="rect">
            <a:avLst/>
          </a:prstGeom>
        </p:spPr>
      </p:pic>
      <p:sp>
        <p:nvSpPr>
          <p:cNvPr id="12" name="Text 8"/>
          <p:cNvSpPr/>
          <p:nvPr/>
        </p:nvSpPr>
        <p:spPr>
          <a:xfrm>
            <a:off x="5230368" y="1664208"/>
            <a:ext cx="3200400" cy="365760"/>
          </a:xfrm>
          <a:prstGeom prst="rect">
            <a:avLst/>
          </a:prstGeom>
          <a:noFill/>
          <a:ln/>
        </p:spPr>
        <p:txBody>
          <a:bodyPr wrap="square" lIns="0" tIns="0" rIns="0" bIns="0" rtlCol="0" anchor="ctr"/>
          <a:lstStyle/>
          <a:p>
            <a:pPr marL="0" indent="0">
              <a:buNone/>
            </a:pPr>
            <a:r>
              <a:rPr lang="en-US" sz="1500" b="1" dirty="0">
                <a:solidFill>
                  <a:srgbClr val="0F2A4A"/>
                </a:solidFill>
                <a:latin typeface="Cambria" pitchFamily="34" charset="0"/>
                <a:ea typeface="Cambria" pitchFamily="34" charset="-122"/>
                <a:cs typeface="Cambria" pitchFamily="34" charset="-120"/>
              </a:rPr>
              <a:t>SHAP</a:t>
            </a:r>
            <a:endParaRPr lang="en-US" sz="1500" dirty="0"/>
          </a:p>
        </p:txBody>
      </p:sp>
      <p:sp>
        <p:nvSpPr>
          <p:cNvPr id="13" name="Text 9"/>
          <p:cNvSpPr/>
          <p:nvPr/>
        </p:nvSpPr>
        <p:spPr>
          <a:xfrm>
            <a:off x="4617720" y="2194024"/>
            <a:ext cx="3794760" cy="1070384"/>
          </a:xfrm>
          <a:prstGeom prst="rect">
            <a:avLst/>
          </a:prstGeom>
          <a:noFill/>
          <a:ln/>
        </p:spPr>
        <p:txBody>
          <a:bodyPr wrap="square" lIns="0" tIns="0" rIns="0" bIns="0" rtlCol="0" anchor="t"/>
          <a:lstStyle/>
          <a:p>
            <a:pPr marL="0" indent="0" algn="just">
              <a:buNone/>
            </a:pPr>
            <a:r>
              <a:rPr lang="en-US" sz="1180" dirty="0">
                <a:solidFill>
                  <a:srgbClr val="1B2A3D"/>
                </a:solidFill>
                <a:latin typeface="Calibri" pitchFamily="34" charset="0"/>
                <a:ea typeface="Calibri" pitchFamily="34" charset="-122"/>
                <a:cs typeface="Calibri" pitchFamily="34" charset="-120"/>
              </a:rPr>
              <a:t>Reparte el peso de la decisión entre las señales y muestra las 10 más influyentes, con una explicación en lenguaje natural: p. ej. «</a:t>
            </a:r>
            <a:r>
              <a:rPr lang="es-ES" sz="1180" b="0" i="0" dirty="0">
                <a:solidFill>
                  <a:schemeClr val="tx2">
                    <a:lumMod val="50000"/>
                  </a:schemeClr>
                </a:solidFill>
                <a:effectLst/>
              </a:rPr>
              <a:t>Variación del brillo entre </a:t>
            </a:r>
            <a:r>
              <a:rPr lang="es-ES" sz="1180" b="0" i="0" noProof="0" dirty="0" err="1">
                <a:solidFill>
                  <a:schemeClr val="tx2">
                    <a:lumMod val="50000"/>
                  </a:schemeClr>
                </a:solidFill>
                <a:effectLst/>
              </a:rPr>
              <a:t>frames</a:t>
            </a:r>
            <a:r>
              <a:rPr lang="es-ES" sz="1180" b="0" i="0" noProof="0" dirty="0">
                <a:solidFill>
                  <a:schemeClr val="tx2">
                    <a:lumMod val="50000"/>
                  </a:schemeClr>
                </a:solidFill>
                <a:effectLst/>
              </a:rPr>
              <a:t>.</a:t>
            </a:r>
            <a:r>
              <a:rPr lang="es-ES" sz="1180" b="0" i="0" dirty="0">
                <a:solidFill>
                  <a:schemeClr val="tx2">
                    <a:lumMod val="50000"/>
                  </a:schemeClr>
                </a:solidFill>
                <a:effectLst/>
              </a:rPr>
              <a:t> Cambios bruscos de exposición que no corresponden a cambios reales en la escena pueden indicar iluminación generada artificialmente.</a:t>
            </a:r>
            <a:r>
              <a:rPr lang="en-US" sz="1180" dirty="0">
                <a:solidFill>
                  <a:srgbClr val="1B2A3D"/>
                </a:solidFill>
                <a:latin typeface="Calibri" pitchFamily="34" charset="0"/>
                <a:ea typeface="Calibri" pitchFamily="34" charset="-122"/>
                <a:cs typeface="Calibri" pitchFamily="34" charset="-120"/>
              </a:rPr>
              <a:t>».</a:t>
            </a:r>
            <a:endParaRPr lang="en-US" sz="1180" dirty="0"/>
          </a:p>
        </p:txBody>
      </p:sp>
      <p:sp>
        <p:nvSpPr>
          <p:cNvPr id="14" name="Shape 10"/>
          <p:cNvSpPr/>
          <p:nvPr/>
        </p:nvSpPr>
        <p:spPr>
          <a:xfrm>
            <a:off x="4434840" y="3314700"/>
            <a:ext cx="4160520" cy="1463040"/>
          </a:xfrm>
          <a:prstGeom prst="roundRect">
            <a:avLst>
              <a:gd name="adj" fmla="val 4375"/>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5" name="Shape 11"/>
          <p:cNvSpPr/>
          <p:nvPr/>
        </p:nvSpPr>
        <p:spPr>
          <a:xfrm>
            <a:off x="4617720" y="3447288"/>
            <a:ext cx="502920" cy="502920"/>
          </a:xfrm>
          <a:prstGeom prst="ellipse">
            <a:avLst/>
          </a:prstGeom>
          <a:solidFill>
            <a:srgbClr val="1F5AA6"/>
          </a:solidFill>
          <a:ln/>
        </p:spPr>
        <p:txBody>
          <a:bodyPr/>
          <a:lstStyle/>
          <a:p>
            <a:endParaRPr lang="es-ES"/>
          </a:p>
        </p:txBody>
      </p:sp>
      <p:pic>
        <p:nvPicPr>
          <p:cNvPr id="16" name="Image 2" descr="preencoded.png"/>
          <p:cNvPicPr>
            <a:picLocks noChangeAspect="1"/>
          </p:cNvPicPr>
          <p:nvPr/>
        </p:nvPicPr>
        <p:blipFill>
          <a:blip r:embed="rId4"/>
          <a:stretch>
            <a:fillRect/>
          </a:stretch>
        </p:blipFill>
        <p:spPr>
          <a:xfrm>
            <a:off x="4736056" y="3573507"/>
            <a:ext cx="261518" cy="261518"/>
          </a:xfrm>
          <a:prstGeom prst="rect">
            <a:avLst/>
          </a:prstGeom>
        </p:spPr>
      </p:pic>
      <p:sp>
        <p:nvSpPr>
          <p:cNvPr id="17" name="Text 12"/>
          <p:cNvSpPr/>
          <p:nvPr/>
        </p:nvSpPr>
        <p:spPr>
          <a:xfrm>
            <a:off x="5230368" y="3515868"/>
            <a:ext cx="3200400" cy="365760"/>
          </a:xfrm>
          <a:prstGeom prst="rect">
            <a:avLst/>
          </a:prstGeom>
          <a:noFill/>
          <a:ln/>
        </p:spPr>
        <p:txBody>
          <a:bodyPr wrap="square" lIns="0" tIns="0" rIns="0" bIns="0" rtlCol="0" anchor="ctr"/>
          <a:lstStyle/>
          <a:p>
            <a:pPr marL="0" indent="0">
              <a:buNone/>
            </a:pPr>
            <a:r>
              <a:rPr lang="en-US" sz="1500" b="1" dirty="0">
                <a:solidFill>
                  <a:srgbClr val="1F5AA6"/>
                </a:solidFill>
                <a:latin typeface="Cambria" pitchFamily="34" charset="0"/>
                <a:ea typeface="Cambria" pitchFamily="34" charset="-122"/>
                <a:cs typeface="Cambria" pitchFamily="34" charset="-120"/>
              </a:rPr>
              <a:t>Modelo multimodal – Gemini  2.5 Flash</a:t>
            </a:r>
            <a:endParaRPr lang="en-US" sz="1500" dirty="0"/>
          </a:p>
        </p:txBody>
      </p:sp>
      <p:sp>
        <p:nvSpPr>
          <p:cNvPr id="18" name="Text 13"/>
          <p:cNvSpPr/>
          <p:nvPr/>
        </p:nvSpPr>
        <p:spPr>
          <a:xfrm>
            <a:off x="4617720" y="4025567"/>
            <a:ext cx="3794760" cy="731520"/>
          </a:xfrm>
          <a:prstGeom prst="rect">
            <a:avLst/>
          </a:prstGeom>
          <a:noFill/>
          <a:ln/>
        </p:spPr>
        <p:txBody>
          <a:bodyPr wrap="square" lIns="0" tIns="0" rIns="0" bIns="0" rtlCol="0" anchor="t"/>
          <a:lstStyle/>
          <a:p>
            <a:pPr marL="0" indent="0" algn="just">
              <a:buNone/>
            </a:pPr>
            <a:r>
              <a:rPr lang="es-ES" sz="1180" noProof="0" dirty="0">
                <a:solidFill>
                  <a:srgbClr val="1B2A3D"/>
                </a:solidFill>
                <a:latin typeface="Calibri" pitchFamily="34" charset="0"/>
                <a:ea typeface="Calibri" pitchFamily="34" charset="-122"/>
                <a:cs typeface="Calibri" pitchFamily="34" charset="-120"/>
              </a:rPr>
              <a:t>Evalúa cuatro fotogramas clave y juzga si la escena es coherente: desde un gato haciendo esgrima hasta una piel excesivamente perfecta en un vídeo hiperrealista.</a:t>
            </a:r>
            <a:endParaRPr lang="es-ES" sz="1180" noProof="0" dirty="0"/>
          </a:p>
        </p:txBody>
      </p:sp>
      <p:sp>
        <p:nvSpPr>
          <p:cNvPr id="19" name="Text 14"/>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14</a:t>
            </a:r>
            <a:endParaRPr lang="en-US" sz="900" dirty="0"/>
          </a:p>
        </p:txBody>
      </p:sp>
      <p:pic>
        <p:nvPicPr>
          <p:cNvPr id="20" name="Imagen 19">
            <a:extLst>
              <a:ext uri="{FF2B5EF4-FFF2-40B4-BE49-F238E27FC236}">
                <a16:creationId xmlns:a16="http://schemas.microsoft.com/office/drawing/2014/main" id="{D0C86B88-5F02-3D87-D3AD-F20F02378C9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5488" y="1181047"/>
            <a:ext cx="3794760" cy="376128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Módulo facial complementario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s-ES" sz="1300" i="1" noProof="0" dirty="0">
                <a:solidFill>
                  <a:srgbClr val="667C96"/>
                </a:solidFill>
                <a:latin typeface="Calibri" pitchFamily="34" charset="0"/>
                <a:ea typeface="Calibri" pitchFamily="34" charset="-122"/>
                <a:cs typeface="Calibri" pitchFamily="34" charset="-120"/>
              </a:rPr>
              <a:t>Evidencia adicional cuando hay un rostro sostenido a lo largo del tiempo</a:t>
            </a:r>
            <a:endParaRPr lang="es-ES" sz="1300" noProof="0" dirty="0"/>
          </a:p>
        </p:txBody>
      </p:sp>
      <p:sp>
        <p:nvSpPr>
          <p:cNvPr id="6" name="Shape 4"/>
          <p:cNvSpPr/>
          <p:nvPr/>
        </p:nvSpPr>
        <p:spPr>
          <a:xfrm>
            <a:off x="7635240" y="457200"/>
            <a:ext cx="960120" cy="384048"/>
          </a:xfrm>
          <a:prstGeom prst="roundRect">
            <a:avLst>
              <a:gd name="adj" fmla="val 50000"/>
            </a:avLst>
          </a:prstGeom>
          <a:solidFill>
            <a:srgbClr val="B7791F"/>
          </a:solidFill>
          <a:ln/>
        </p:spPr>
        <p:txBody>
          <a:bodyPr/>
          <a:lstStyle/>
          <a:p>
            <a:endParaRPr lang="es-ES"/>
          </a:p>
        </p:txBody>
      </p:sp>
      <p:sp>
        <p:nvSpPr>
          <p:cNvPr id="7" name="Text 5"/>
          <p:cNvSpPr/>
          <p:nvPr/>
        </p:nvSpPr>
        <p:spPr>
          <a:xfrm>
            <a:off x="7635240" y="457200"/>
            <a:ext cx="9601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FASE BETA</a:t>
            </a:r>
            <a:endParaRPr lang="en-US" sz="1100" dirty="0"/>
          </a:p>
        </p:txBody>
      </p:sp>
      <p:sp>
        <p:nvSpPr>
          <p:cNvPr id="8" name="Shape 6"/>
          <p:cNvSpPr/>
          <p:nvPr/>
        </p:nvSpPr>
        <p:spPr>
          <a:xfrm>
            <a:off x="548640" y="1463040"/>
            <a:ext cx="3246120" cy="3017520"/>
          </a:xfrm>
          <a:prstGeom prst="roundRect">
            <a:avLst>
              <a:gd name="adj" fmla="val 2121"/>
            </a:avLst>
          </a:prstGeom>
          <a:solidFill>
            <a:srgbClr val="0F2A4A"/>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9" name="Shape 7"/>
          <p:cNvSpPr/>
          <p:nvPr/>
        </p:nvSpPr>
        <p:spPr>
          <a:xfrm>
            <a:off x="1737360" y="1737360"/>
            <a:ext cx="868680" cy="868680"/>
          </a:xfrm>
          <a:prstGeom prst="ellipse">
            <a:avLst/>
          </a:prstGeom>
          <a:solidFill>
            <a:srgbClr val="1F5AA6"/>
          </a:solidFill>
          <a:ln/>
        </p:spPr>
        <p:txBody>
          <a:bodyPr/>
          <a:lstStyle/>
          <a:p>
            <a:endParaRPr lang="es-ES"/>
          </a:p>
        </p:txBody>
      </p:sp>
      <p:pic>
        <p:nvPicPr>
          <p:cNvPr id="10" name="Image 0" descr="preencoded.png"/>
          <p:cNvPicPr>
            <a:picLocks noChangeAspect="1"/>
          </p:cNvPicPr>
          <p:nvPr/>
        </p:nvPicPr>
        <p:blipFill>
          <a:blip r:embed="rId3"/>
          <a:stretch>
            <a:fillRect/>
          </a:stretch>
        </p:blipFill>
        <p:spPr>
          <a:xfrm>
            <a:off x="1945843" y="1945843"/>
            <a:ext cx="451714" cy="451714"/>
          </a:xfrm>
          <a:prstGeom prst="rect">
            <a:avLst/>
          </a:prstGeom>
        </p:spPr>
      </p:pic>
      <p:sp>
        <p:nvSpPr>
          <p:cNvPr id="11" name="Text 8"/>
          <p:cNvSpPr/>
          <p:nvPr/>
        </p:nvSpPr>
        <p:spPr>
          <a:xfrm>
            <a:off x="731520" y="2743200"/>
            <a:ext cx="2880360" cy="457200"/>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mbria" pitchFamily="34" charset="0"/>
                <a:ea typeface="Cambria" pitchFamily="34" charset="-122"/>
                <a:cs typeface="Cambria" pitchFamily="34" charset="-120"/>
              </a:rPr>
              <a:t>Enfoque</a:t>
            </a:r>
            <a:endParaRPr lang="en-US" sz="1400" dirty="0"/>
          </a:p>
        </p:txBody>
      </p:sp>
      <p:sp>
        <p:nvSpPr>
          <p:cNvPr id="12" name="Text 9"/>
          <p:cNvSpPr/>
          <p:nvPr/>
        </p:nvSpPr>
        <p:spPr>
          <a:xfrm>
            <a:off x="731520" y="3200400"/>
            <a:ext cx="2880360" cy="1188720"/>
          </a:xfrm>
          <a:prstGeom prst="rect">
            <a:avLst/>
          </a:prstGeom>
          <a:noFill/>
          <a:ln/>
        </p:spPr>
        <p:txBody>
          <a:bodyPr wrap="square" lIns="0" tIns="0" rIns="0" bIns="0" rtlCol="0" anchor="t"/>
          <a:lstStyle/>
          <a:p>
            <a:pPr marL="0" indent="0" algn="ctr">
              <a:buNone/>
            </a:pPr>
            <a:r>
              <a:rPr lang="en-US" sz="1250" dirty="0">
                <a:solidFill>
                  <a:srgbClr val="E7F0FB"/>
                </a:solidFill>
                <a:latin typeface="Calibri" pitchFamily="34" charset="0"/>
                <a:ea typeface="Calibri" pitchFamily="34" charset="-122"/>
                <a:cs typeface="Calibri" pitchFamily="34" charset="-120"/>
              </a:rPr>
              <a:t>Las huellas físicas son el núcleo; la cara solo entra cuando hay un rostro en más del 50 % de los fotogramas.</a:t>
            </a:r>
            <a:endParaRPr lang="en-US" sz="1250" dirty="0"/>
          </a:p>
        </p:txBody>
      </p:sp>
      <p:sp>
        <p:nvSpPr>
          <p:cNvPr id="13" name="Shape 10"/>
          <p:cNvSpPr/>
          <p:nvPr/>
        </p:nvSpPr>
        <p:spPr>
          <a:xfrm>
            <a:off x="4069080" y="1463040"/>
            <a:ext cx="4526280" cy="3017520"/>
          </a:xfrm>
          <a:prstGeom prst="roundRect">
            <a:avLst>
              <a:gd name="adj" fmla="val 2121"/>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4" name="Text 11"/>
          <p:cNvSpPr/>
          <p:nvPr/>
        </p:nvSpPr>
        <p:spPr>
          <a:xfrm>
            <a:off x="4297680" y="1627632"/>
            <a:ext cx="4114800" cy="365760"/>
          </a:xfrm>
          <a:prstGeom prst="rect">
            <a:avLst/>
          </a:prstGeom>
          <a:noFill/>
          <a:ln/>
        </p:spPr>
        <p:txBody>
          <a:bodyPr wrap="square" lIns="0" tIns="0" rIns="0" bIns="0" rtlCol="0" anchor="ctr"/>
          <a:lstStyle/>
          <a:p>
            <a:pPr marL="0" indent="0">
              <a:buNone/>
            </a:pPr>
            <a:r>
              <a:rPr lang="en-US" sz="1450" b="1" dirty="0">
                <a:solidFill>
                  <a:srgbClr val="0F2A4A"/>
                </a:solidFill>
                <a:latin typeface="Cambria" pitchFamily="34" charset="0"/>
                <a:ea typeface="Cambria" pitchFamily="34" charset="-122"/>
                <a:cs typeface="Cambria" pitchFamily="34" charset="-120"/>
              </a:rPr>
              <a:t>Señales fisiológicas y geométricas (MediaPipe)</a:t>
            </a:r>
            <a:endParaRPr lang="en-US" sz="1450" dirty="0"/>
          </a:p>
        </p:txBody>
      </p:sp>
      <p:sp>
        <p:nvSpPr>
          <p:cNvPr id="15" name="Text 12"/>
          <p:cNvSpPr/>
          <p:nvPr/>
        </p:nvSpPr>
        <p:spPr>
          <a:xfrm>
            <a:off x="4343400" y="2103120"/>
            <a:ext cx="4114800" cy="1828800"/>
          </a:xfrm>
          <a:prstGeom prst="rect">
            <a:avLst/>
          </a:prstGeom>
          <a:noFill/>
          <a:ln/>
        </p:spPr>
        <p:txBody>
          <a:bodyPr wrap="square" lIns="0" tIns="0" rIns="0" bIns="0" rtlCol="0" anchor="t"/>
          <a:lstStyle/>
          <a:p>
            <a:pPr marL="342900" indent="-342900">
              <a:spcAft>
                <a:spcPts val="900"/>
              </a:spcAft>
              <a:buSzPct val="100000"/>
              <a:buChar char="•"/>
            </a:pPr>
            <a:r>
              <a:rPr lang="en-US" sz="1280" dirty="0">
                <a:solidFill>
                  <a:srgbClr val="1B2A3D"/>
                </a:solidFill>
                <a:latin typeface="Calibri" pitchFamily="34" charset="0"/>
                <a:ea typeface="Calibri" pitchFamily="34" charset="-122"/>
                <a:cs typeface="Calibri" pitchFamily="34" charset="-120"/>
              </a:rPr>
              <a:t>Frecuencia de parpadeo (humano: 15–20/min) y su simetría entre ojos.</a:t>
            </a:r>
            <a:endParaRPr lang="en-US" sz="1280" dirty="0"/>
          </a:p>
          <a:p>
            <a:pPr marL="342900" indent="-342900">
              <a:spcAft>
                <a:spcPts val="900"/>
              </a:spcAft>
              <a:buSzPct val="100000"/>
              <a:buChar char="•"/>
            </a:pPr>
            <a:r>
              <a:rPr lang="en-US" sz="1280" dirty="0" err="1">
                <a:solidFill>
                  <a:srgbClr val="1B2A3D"/>
                </a:solidFill>
                <a:latin typeface="Calibri" pitchFamily="34" charset="0"/>
                <a:ea typeface="Calibri" pitchFamily="34" charset="-122"/>
                <a:cs typeface="Calibri" pitchFamily="34" charset="-120"/>
              </a:rPr>
              <a:t>Simetría</a:t>
            </a:r>
            <a:r>
              <a:rPr lang="en-US" sz="1280" dirty="0">
                <a:solidFill>
                  <a:srgbClr val="1B2A3D"/>
                </a:solidFill>
                <a:latin typeface="Calibri" pitchFamily="34" charset="0"/>
                <a:ea typeface="Calibri" pitchFamily="34" charset="-122"/>
                <a:cs typeface="Calibri" pitchFamily="34" charset="-120"/>
              </a:rPr>
              <a:t> facial y consistencia de iluminación cara–fondo.</a:t>
            </a:r>
            <a:endParaRPr lang="en-US" sz="1280" dirty="0"/>
          </a:p>
          <a:p>
            <a:pPr marL="342900" indent="-342900">
              <a:buSzPct val="100000"/>
              <a:buChar char="•"/>
            </a:pPr>
            <a:r>
              <a:rPr lang="en-US" sz="1280" dirty="0">
                <a:solidFill>
                  <a:srgbClr val="1B2A3D"/>
                </a:solidFill>
                <a:latin typeface="Calibri" pitchFamily="34" charset="0"/>
                <a:ea typeface="Calibri" pitchFamily="34" charset="-122"/>
                <a:cs typeface="Calibri" pitchFamily="34" charset="-120"/>
              </a:rPr>
              <a:t>Modelo y dataset propios → veredicto independiente.</a:t>
            </a:r>
            <a:endParaRPr lang="en-US" sz="1280" dirty="0"/>
          </a:p>
        </p:txBody>
      </p:sp>
      <p:sp>
        <p:nvSpPr>
          <p:cNvPr id="16" name="Text 13"/>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Shape 0"/>
          <p:cNvSpPr/>
          <p:nvPr/>
        </p:nvSpPr>
        <p:spPr>
          <a:xfrm>
            <a:off x="1606730" y="1976573"/>
            <a:ext cx="764177" cy="710293"/>
          </a:xfrm>
          <a:prstGeom prst="roundRect">
            <a:avLst>
              <a:gd name="adj" fmla="val 15385"/>
            </a:avLst>
          </a:prstGeom>
          <a:solidFill>
            <a:srgbClr val="0F2A4A"/>
          </a:solidFill>
          <a:ln/>
        </p:spPr>
        <p:txBody>
          <a:bodyPr/>
          <a:lstStyle/>
          <a:p>
            <a:endParaRPr lang="es-ES"/>
          </a:p>
        </p:txBody>
      </p:sp>
      <p:sp>
        <p:nvSpPr>
          <p:cNvPr id="3" name="Text 1"/>
          <p:cNvSpPr/>
          <p:nvPr/>
        </p:nvSpPr>
        <p:spPr>
          <a:xfrm>
            <a:off x="1606730" y="1976573"/>
            <a:ext cx="764177" cy="710293"/>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4" name="Text 2"/>
          <p:cNvSpPr/>
          <p:nvPr/>
        </p:nvSpPr>
        <p:spPr>
          <a:xfrm>
            <a:off x="2487820" y="2096262"/>
            <a:ext cx="4638621" cy="475488"/>
          </a:xfrm>
          <a:prstGeom prst="rect">
            <a:avLst/>
          </a:prstGeom>
          <a:noFill/>
          <a:ln/>
        </p:spPr>
        <p:txBody>
          <a:bodyPr wrap="square" lIns="0" tIns="0" rIns="0" bIns="0" rtlCol="0" anchor="ctr"/>
          <a:lstStyle/>
          <a:p>
            <a:pPr marL="0" indent="0" algn="l">
              <a:buNone/>
            </a:pPr>
            <a:r>
              <a:rPr lang="en-US" sz="5400" b="1" dirty="0">
                <a:solidFill>
                  <a:srgbClr val="0F2A4A"/>
                </a:solidFill>
                <a:latin typeface="Cambria" pitchFamily="34" charset="0"/>
                <a:ea typeface="Cambria" pitchFamily="34" charset="-122"/>
                <a:cs typeface="Cambria" pitchFamily="34" charset="-120"/>
              </a:rPr>
              <a:t>Demostración</a:t>
            </a:r>
            <a:endParaRPr lang="en-US" sz="54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endParaRPr lang="en-US" sz="1300" dirty="0"/>
          </a:p>
        </p:txBody>
      </p:sp>
      <p:sp>
        <p:nvSpPr>
          <p:cNvPr id="17" name="Text 14"/>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DC09E69-D526-9AB1-EB43-EDB9303994BF}"/>
              </a:ext>
            </a:extLst>
          </p:cNvPr>
          <p:cNvSpPr txBox="1"/>
          <p:nvPr/>
        </p:nvSpPr>
        <p:spPr>
          <a:xfrm>
            <a:off x="2286000" y="2250317"/>
            <a:ext cx="4572000" cy="646331"/>
          </a:xfrm>
          <a:prstGeom prst="rect">
            <a:avLst/>
          </a:prstGeom>
          <a:noFill/>
        </p:spPr>
        <p:txBody>
          <a:bodyPr wrap="square">
            <a:spAutoFit/>
          </a:bodyPr>
          <a:lstStyle/>
          <a:p>
            <a:pPr marL="0" indent="0">
              <a:buNone/>
            </a:pPr>
            <a:r>
              <a:rPr lang="en-US" sz="1800" b="1" dirty="0" err="1">
                <a:solidFill>
                  <a:srgbClr val="0F2A4A"/>
                </a:solidFill>
                <a:latin typeface="Cambria" pitchFamily="34" charset="0"/>
                <a:ea typeface="Cambria" pitchFamily="34" charset="-122"/>
                <a:cs typeface="Cambria" pitchFamily="34" charset="-120"/>
              </a:rPr>
              <a:t>Aquí</a:t>
            </a:r>
            <a:r>
              <a:rPr lang="en-US" sz="1800" b="1" dirty="0">
                <a:solidFill>
                  <a:srgbClr val="0F2A4A"/>
                </a:solidFill>
                <a:latin typeface="Cambria" pitchFamily="34" charset="0"/>
                <a:ea typeface="Cambria" pitchFamily="34" charset="-122"/>
                <a:cs typeface="Cambria" pitchFamily="34" charset="-120"/>
              </a:rPr>
              <a:t> </a:t>
            </a:r>
            <a:r>
              <a:rPr lang="en-US" sz="1800" b="1" dirty="0" err="1">
                <a:solidFill>
                  <a:srgbClr val="0F2A4A"/>
                </a:solidFill>
                <a:latin typeface="Cambria" pitchFamily="34" charset="0"/>
                <a:ea typeface="Cambria" pitchFamily="34" charset="-122"/>
                <a:cs typeface="Cambria" pitchFamily="34" charset="-120"/>
              </a:rPr>
              <a:t>pego</a:t>
            </a:r>
            <a:r>
              <a:rPr lang="en-US" sz="1800" b="1" dirty="0">
                <a:solidFill>
                  <a:srgbClr val="0F2A4A"/>
                </a:solidFill>
                <a:latin typeface="Cambria" pitchFamily="34" charset="0"/>
                <a:ea typeface="Cambria" pitchFamily="34" charset="-122"/>
                <a:cs typeface="Cambria" pitchFamily="34" charset="-120"/>
              </a:rPr>
              <a:t> el mp4 de la demo y </a:t>
            </a:r>
            <a:r>
              <a:rPr lang="en-US" sz="1800" b="1" dirty="0" err="1">
                <a:solidFill>
                  <a:srgbClr val="0F2A4A"/>
                </a:solidFill>
                <a:latin typeface="Cambria" pitchFamily="34" charset="0"/>
                <a:ea typeface="Cambria" pitchFamily="34" charset="-122"/>
                <a:cs typeface="Cambria" pitchFamily="34" charset="-120"/>
              </a:rPr>
              <a:t>hablo</a:t>
            </a:r>
            <a:r>
              <a:rPr lang="en-US" sz="1800" b="1" dirty="0">
                <a:solidFill>
                  <a:srgbClr val="0F2A4A"/>
                </a:solidFill>
                <a:latin typeface="Cambria" pitchFamily="34" charset="0"/>
                <a:ea typeface="Cambria" pitchFamily="34" charset="-122"/>
                <a:cs typeface="Cambria" pitchFamily="34" charset="-120"/>
              </a:rPr>
              <a:t> </a:t>
            </a:r>
            <a:r>
              <a:rPr lang="en-US" sz="1800" b="1" dirty="0" err="1">
                <a:solidFill>
                  <a:srgbClr val="0F2A4A"/>
                </a:solidFill>
                <a:latin typeface="Cambria" pitchFamily="34" charset="0"/>
                <a:ea typeface="Cambria" pitchFamily="34" charset="-122"/>
                <a:cs typeface="Cambria" pitchFamily="34" charset="-120"/>
              </a:rPr>
              <a:t>por</a:t>
            </a:r>
            <a:r>
              <a:rPr lang="en-US" sz="1800" b="1" dirty="0">
                <a:solidFill>
                  <a:srgbClr val="0F2A4A"/>
                </a:solidFill>
                <a:latin typeface="Cambria" pitchFamily="34" charset="0"/>
                <a:ea typeface="Cambria" pitchFamily="34" charset="-122"/>
                <a:cs typeface="Cambria" pitchFamily="34" charset="-120"/>
              </a:rPr>
              <a:t> </a:t>
            </a:r>
            <a:r>
              <a:rPr lang="en-US" sz="1800" b="1" dirty="0" err="1">
                <a:solidFill>
                  <a:srgbClr val="0F2A4A"/>
                </a:solidFill>
                <a:latin typeface="Cambria" pitchFamily="34" charset="0"/>
                <a:ea typeface="Cambria" pitchFamily="34" charset="-122"/>
                <a:cs typeface="Cambria" pitchFamily="34" charset="-120"/>
              </a:rPr>
              <a:t>encima</a:t>
            </a:r>
            <a:endParaRPr lang="en-US" sz="1800" dirty="0"/>
          </a:p>
        </p:txBody>
      </p:sp>
      <p:pic>
        <p:nvPicPr>
          <p:cNvPr id="5" name="2026-07-06 16-56-36">
            <a:hlinkClick r:id="" action="ppaction://media"/>
            <a:extLst>
              <a:ext uri="{FF2B5EF4-FFF2-40B4-BE49-F238E27FC236}">
                <a16:creationId xmlns:a16="http://schemas.microsoft.com/office/drawing/2014/main" id="{D8766AF4-9148-75D2-C2EE-236791DD977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236911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54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Resultados sobre un conjunto independiente</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Holdout procesado por el mismo flujo que la aplicación real</a:t>
            </a:r>
            <a:endParaRPr lang="en-US" sz="1300" dirty="0"/>
          </a:p>
        </p:txBody>
      </p:sp>
      <p:sp>
        <p:nvSpPr>
          <p:cNvPr id="6" name="Shape 4"/>
          <p:cNvSpPr/>
          <p:nvPr/>
        </p:nvSpPr>
        <p:spPr>
          <a:xfrm>
            <a:off x="548640" y="1463040"/>
            <a:ext cx="2560320" cy="1371600"/>
          </a:xfrm>
          <a:prstGeom prst="roundRect">
            <a:avLst>
              <a:gd name="adj" fmla="val 4667"/>
            </a:avLst>
          </a:prstGeom>
          <a:solidFill>
            <a:srgbClr val="0F2A4A"/>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Text 5"/>
          <p:cNvSpPr/>
          <p:nvPr/>
        </p:nvSpPr>
        <p:spPr>
          <a:xfrm>
            <a:off x="548640" y="1572768"/>
            <a:ext cx="2560320" cy="7772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0,813</a:t>
            </a:r>
            <a:endParaRPr lang="en-US" sz="4000" dirty="0"/>
          </a:p>
        </p:txBody>
      </p:sp>
      <p:sp>
        <p:nvSpPr>
          <p:cNvPr id="8" name="Text 6"/>
          <p:cNvSpPr/>
          <p:nvPr/>
        </p:nvSpPr>
        <p:spPr>
          <a:xfrm>
            <a:off x="685800" y="2331720"/>
            <a:ext cx="2286000" cy="411480"/>
          </a:xfrm>
          <a:prstGeom prst="rect">
            <a:avLst/>
          </a:prstGeom>
          <a:noFill/>
          <a:ln/>
        </p:spPr>
        <p:txBody>
          <a:bodyPr wrap="square" lIns="0" tIns="0" rIns="0" bIns="0" rtlCol="0" anchor="ctr"/>
          <a:lstStyle/>
          <a:p>
            <a:pPr marL="0" indent="0" algn="ctr">
              <a:buNone/>
            </a:pPr>
            <a:r>
              <a:rPr lang="en-US" sz="1200" dirty="0">
                <a:solidFill>
                  <a:srgbClr val="C7D8EE"/>
                </a:solidFill>
                <a:latin typeface="Calibri" pitchFamily="34" charset="0"/>
                <a:ea typeface="Calibri" pitchFamily="34" charset="-122"/>
                <a:cs typeface="Calibri" pitchFamily="34" charset="-120"/>
              </a:rPr>
              <a:t>AUC global</a:t>
            </a:r>
            <a:endParaRPr lang="en-US" sz="1200" dirty="0"/>
          </a:p>
        </p:txBody>
      </p:sp>
      <p:sp>
        <p:nvSpPr>
          <p:cNvPr id="9" name="Shape 7"/>
          <p:cNvSpPr/>
          <p:nvPr/>
        </p:nvSpPr>
        <p:spPr>
          <a:xfrm>
            <a:off x="3310128" y="1463040"/>
            <a:ext cx="2560320" cy="1371600"/>
          </a:xfrm>
          <a:prstGeom prst="roundRect">
            <a:avLst>
              <a:gd name="adj" fmla="val 4667"/>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0" name="Text 8"/>
          <p:cNvSpPr/>
          <p:nvPr/>
        </p:nvSpPr>
        <p:spPr>
          <a:xfrm>
            <a:off x="3310128" y="1572768"/>
            <a:ext cx="2560320" cy="777240"/>
          </a:xfrm>
          <a:prstGeom prst="rect">
            <a:avLst/>
          </a:prstGeom>
          <a:noFill/>
          <a:ln/>
        </p:spPr>
        <p:txBody>
          <a:bodyPr wrap="square" lIns="0" tIns="0" rIns="0" bIns="0" rtlCol="0" anchor="ctr"/>
          <a:lstStyle/>
          <a:p>
            <a:pPr marL="0" indent="0" algn="ctr">
              <a:buNone/>
            </a:pPr>
            <a:r>
              <a:rPr lang="en-US" sz="4000" b="1" dirty="0">
                <a:solidFill>
                  <a:srgbClr val="1F5AA6"/>
                </a:solidFill>
                <a:latin typeface="Cambria" pitchFamily="34" charset="0"/>
                <a:ea typeface="Cambria" pitchFamily="34" charset="-122"/>
                <a:cs typeface="Cambria" pitchFamily="34" charset="-120"/>
              </a:rPr>
              <a:t>80 %</a:t>
            </a:r>
            <a:endParaRPr lang="en-US" sz="4000" dirty="0"/>
          </a:p>
        </p:txBody>
      </p:sp>
      <p:sp>
        <p:nvSpPr>
          <p:cNvPr id="11" name="Text 9"/>
          <p:cNvSpPr/>
          <p:nvPr/>
        </p:nvSpPr>
        <p:spPr>
          <a:xfrm>
            <a:off x="3447288" y="2331720"/>
            <a:ext cx="2286000" cy="411480"/>
          </a:xfrm>
          <a:prstGeom prst="rect">
            <a:avLst/>
          </a:prstGeom>
          <a:noFill/>
          <a:ln/>
        </p:spPr>
        <p:txBody>
          <a:bodyPr wrap="square" lIns="0" tIns="0" rIns="0" bIns="0" rtlCol="0" anchor="ctr"/>
          <a:lstStyle/>
          <a:p>
            <a:pPr marL="0" indent="0" algn="ctr">
              <a:buNone/>
            </a:pPr>
            <a:r>
              <a:rPr lang="en-US" sz="1200" dirty="0">
                <a:solidFill>
                  <a:srgbClr val="667C96"/>
                </a:solidFill>
                <a:latin typeface="Calibri" pitchFamily="34" charset="0"/>
                <a:ea typeface="Calibri" pitchFamily="34" charset="-122"/>
                <a:cs typeface="Calibri" pitchFamily="34" charset="-120"/>
              </a:rPr>
              <a:t>Recall · clase sintética</a:t>
            </a:r>
            <a:endParaRPr lang="en-US" sz="1200" dirty="0"/>
          </a:p>
        </p:txBody>
      </p:sp>
      <p:sp>
        <p:nvSpPr>
          <p:cNvPr id="12" name="Shape 10"/>
          <p:cNvSpPr/>
          <p:nvPr/>
        </p:nvSpPr>
        <p:spPr>
          <a:xfrm>
            <a:off x="6071616" y="1463040"/>
            <a:ext cx="2560320" cy="1371600"/>
          </a:xfrm>
          <a:prstGeom prst="roundRect">
            <a:avLst>
              <a:gd name="adj" fmla="val 4667"/>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3" name="Text 11"/>
          <p:cNvSpPr/>
          <p:nvPr/>
        </p:nvSpPr>
        <p:spPr>
          <a:xfrm>
            <a:off x="6071616" y="1572768"/>
            <a:ext cx="2560320" cy="777240"/>
          </a:xfrm>
          <a:prstGeom prst="rect">
            <a:avLst/>
          </a:prstGeom>
          <a:noFill/>
          <a:ln/>
        </p:spPr>
        <p:txBody>
          <a:bodyPr wrap="square" lIns="0" tIns="0" rIns="0" bIns="0" rtlCol="0" anchor="ctr"/>
          <a:lstStyle/>
          <a:p>
            <a:pPr marL="0" indent="0" algn="ctr">
              <a:buNone/>
            </a:pPr>
            <a:r>
              <a:rPr lang="en-US" sz="4000" b="1" dirty="0">
                <a:solidFill>
                  <a:srgbClr val="1F5AA6"/>
                </a:solidFill>
                <a:latin typeface="Cambria" pitchFamily="34" charset="0"/>
                <a:ea typeface="Cambria" pitchFamily="34" charset="-122"/>
                <a:cs typeface="Cambria" pitchFamily="34" charset="-120"/>
              </a:rPr>
              <a:t>139</a:t>
            </a:r>
            <a:endParaRPr lang="en-US" sz="4000" dirty="0"/>
          </a:p>
        </p:txBody>
      </p:sp>
      <p:sp>
        <p:nvSpPr>
          <p:cNvPr id="14" name="Text 12"/>
          <p:cNvSpPr/>
          <p:nvPr/>
        </p:nvSpPr>
        <p:spPr>
          <a:xfrm>
            <a:off x="6208776" y="2331720"/>
            <a:ext cx="2286000" cy="411480"/>
          </a:xfrm>
          <a:prstGeom prst="rect">
            <a:avLst/>
          </a:prstGeom>
          <a:noFill/>
          <a:ln/>
        </p:spPr>
        <p:txBody>
          <a:bodyPr wrap="square" lIns="0" tIns="0" rIns="0" bIns="0" rtlCol="0" anchor="ctr"/>
          <a:lstStyle/>
          <a:p>
            <a:pPr marL="0" indent="0" algn="ctr">
              <a:buNone/>
            </a:pPr>
            <a:r>
              <a:rPr lang="en-US" sz="1200" dirty="0" err="1">
                <a:solidFill>
                  <a:srgbClr val="667C96"/>
                </a:solidFill>
                <a:latin typeface="Calibri" pitchFamily="34" charset="0"/>
                <a:ea typeface="Calibri" pitchFamily="34" charset="-122"/>
                <a:cs typeface="Calibri" pitchFamily="34" charset="-120"/>
              </a:rPr>
              <a:t>vídeos</a:t>
            </a:r>
            <a:endParaRPr lang="en-US" sz="1200" dirty="0"/>
          </a:p>
        </p:txBody>
      </p:sp>
      <p:sp>
        <p:nvSpPr>
          <p:cNvPr id="18" name="Shape 15"/>
          <p:cNvSpPr/>
          <p:nvPr/>
        </p:nvSpPr>
        <p:spPr>
          <a:xfrm>
            <a:off x="6071616" y="2987040"/>
            <a:ext cx="2560320" cy="1385316"/>
          </a:xfrm>
          <a:prstGeom prst="roundRect">
            <a:avLst>
              <a:gd name="adj" fmla="val 4242"/>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dirty="0"/>
          </a:p>
        </p:txBody>
      </p:sp>
      <p:sp>
        <p:nvSpPr>
          <p:cNvPr id="19" name="Shape 16"/>
          <p:cNvSpPr/>
          <p:nvPr/>
        </p:nvSpPr>
        <p:spPr>
          <a:xfrm>
            <a:off x="6160615" y="3200400"/>
            <a:ext cx="457200" cy="457200"/>
          </a:xfrm>
          <a:prstGeom prst="ellipse">
            <a:avLst/>
          </a:prstGeom>
          <a:solidFill>
            <a:schemeClr val="accent1">
              <a:lumMod val="20000"/>
              <a:lumOff val="80000"/>
            </a:schemeClr>
          </a:solidFill>
          <a:ln/>
        </p:spPr>
        <p:txBody>
          <a:bodyPr/>
          <a:lstStyle/>
          <a:p>
            <a:endParaRPr lang="es-ES"/>
          </a:p>
        </p:txBody>
      </p:sp>
      <p:pic>
        <p:nvPicPr>
          <p:cNvPr id="20" name="Image 1" descr="preencoded.png"/>
          <p:cNvPicPr>
            <a:picLocks noChangeAspect="1"/>
          </p:cNvPicPr>
          <p:nvPr/>
        </p:nvPicPr>
        <p:blipFill>
          <a:blip r:embed="rId3"/>
          <a:stretch>
            <a:fillRect/>
          </a:stretch>
        </p:blipFill>
        <p:spPr>
          <a:xfrm>
            <a:off x="6270343" y="3310128"/>
            <a:ext cx="237744" cy="237744"/>
          </a:xfrm>
          <a:prstGeom prst="rect">
            <a:avLst/>
          </a:prstGeom>
        </p:spPr>
      </p:pic>
      <p:sp>
        <p:nvSpPr>
          <p:cNvPr id="21" name="Text 17"/>
          <p:cNvSpPr/>
          <p:nvPr/>
        </p:nvSpPr>
        <p:spPr>
          <a:xfrm>
            <a:off x="6672201" y="3200400"/>
            <a:ext cx="1946019" cy="457200"/>
          </a:xfrm>
          <a:prstGeom prst="rect">
            <a:avLst/>
          </a:prstGeom>
          <a:noFill/>
          <a:ln/>
        </p:spPr>
        <p:txBody>
          <a:bodyPr wrap="square" lIns="0" tIns="0" rIns="0" bIns="0" rtlCol="0" anchor="ctr"/>
          <a:lstStyle/>
          <a:p>
            <a:pPr marL="0" indent="0">
              <a:buNone/>
            </a:pPr>
            <a:r>
              <a:rPr lang="en-US" sz="1350" b="1" dirty="0">
                <a:solidFill>
                  <a:srgbClr val="0F2A4A"/>
                </a:solidFill>
                <a:latin typeface="Cambria" pitchFamily="34" charset="0"/>
                <a:ea typeface="Cambria" pitchFamily="34" charset="-122"/>
                <a:cs typeface="Cambria" pitchFamily="34" charset="-120"/>
              </a:rPr>
              <a:t>Calibración del umbral (0,5 → 0,4)</a:t>
            </a:r>
            <a:endParaRPr lang="en-US" sz="1350" dirty="0"/>
          </a:p>
        </p:txBody>
      </p:sp>
      <p:sp>
        <p:nvSpPr>
          <p:cNvPr id="22" name="Text 18"/>
          <p:cNvSpPr/>
          <p:nvPr/>
        </p:nvSpPr>
        <p:spPr>
          <a:xfrm>
            <a:off x="6160615" y="3771900"/>
            <a:ext cx="2377755" cy="398417"/>
          </a:xfrm>
          <a:prstGeom prst="rect">
            <a:avLst/>
          </a:prstGeom>
          <a:noFill/>
          <a:ln/>
        </p:spPr>
        <p:txBody>
          <a:bodyPr wrap="square" lIns="0" tIns="0" rIns="0" bIns="0" rtlCol="0" anchor="t"/>
          <a:lstStyle/>
          <a:p>
            <a:pPr marL="0" indent="0" algn="just">
              <a:buNone/>
            </a:pPr>
            <a:r>
              <a:rPr lang="en-US" sz="1180" dirty="0">
                <a:solidFill>
                  <a:srgbClr val="1B2A3D"/>
                </a:solidFill>
                <a:latin typeface="Calibri" pitchFamily="34" charset="0"/>
                <a:ea typeface="Calibri" pitchFamily="34" charset="-122"/>
                <a:cs typeface="Calibri" pitchFamily="34" charset="-120"/>
              </a:rPr>
              <a:t>El recall sobre sintéticos sube del 57 % al 80 % sin sacrificar el rendimiento general. </a:t>
            </a:r>
            <a:endParaRPr lang="en-US" sz="1180" dirty="0"/>
          </a:p>
        </p:txBody>
      </p:sp>
      <p:sp>
        <p:nvSpPr>
          <p:cNvPr id="23" name="Text 19"/>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18</a:t>
            </a:r>
            <a:endParaRPr lang="en-US" sz="900" dirty="0"/>
          </a:p>
        </p:txBody>
      </p:sp>
      <p:sp>
        <p:nvSpPr>
          <p:cNvPr id="25" name="Shape 7">
            <a:extLst>
              <a:ext uri="{FF2B5EF4-FFF2-40B4-BE49-F238E27FC236}">
                <a16:creationId xmlns:a16="http://schemas.microsoft.com/office/drawing/2014/main" id="{D4AED0EB-9CFA-A0DE-E727-C57CF4C45F7B}"/>
              </a:ext>
            </a:extLst>
          </p:cNvPr>
          <p:cNvSpPr/>
          <p:nvPr/>
        </p:nvSpPr>
        <p:spPr>
          <a:xfrm>
            <a:off x="548640" y="2987040"/>
            <a:ext cx="2560320" cy="1371600"/>
          </a:xfrm>
          <a:prstGeom prst="roundRect">
            <a:avLst>
              <a:gd name="adj" fmla="val 4667"/>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27" name="Text 8">
            <a:extLst>
              <a:ext uri="{FF2B5EF4-FFF2-40B4-BE49-F238E27FC236}">
                <a16:creationId xmlns:a16="http://schemas.microsoft.com/office/drawing/2014/main" id="{6F52A891-0C7A-0C43-C466-48D9DD3B2ECB}"/>
              </a:ext>
            </a:extLst>
          </p:cNvPr>
          <p:cNvSpPr/>
          <p:nvPr/>
        </p:nvSpPr>
        <p:spPr>
          <a:xfrm>
            <a:off x="548640" y="3096768"/>
            <a:ext cx="2560320" cy="777240"/>
          </a:xfrm>
          <a:prstGeom prst="rect">
            <a:avLst/>
          </a:prstGeom>
          <a:noFill/>
          <a:ln/>
        </p:spPr>
        <p:txBody>
          <a:bodyPr wrap="square" lIns="0" tIns="0" rIns="0" bIns="0" rtlCol="0" anchor="ctr"/>
          <a:lstStyle/>
          <a:p>
            <a:pPr marL="0" indent="0" algn="ctr">
              <a:buNone/>
            </a:pPr>
            <a:r>
              <a:rPr lang="en-US" sz="4000" b="1" dirty="0">
                <a:solidFill>
                  <a:srgbClr val="1F5AA6"/>
                </a:solidFill>
                <a:latin typeface="Cambria" pitchFamily="34" charset="0"/>
                <a:ea typeface="Cambria" pitchFamily="34" charset="-122"/>
                <a:cs typeface="Cambria" pitchFamily="34" charset="-120"/>
              </a:rPr>
              <a:t>71 %</a:t>
            </a:r>
            <a:endParaRPr lang="en-US" sz="4000" dirty="0"/>
          </a:p>
        </p:txBody>
      </p:sp>
      <p:sp>
        <p:nvSpPr>
          <p:cNvPr id="29" name="Text 9">
            <a:extLst>
              <a:ext uri="{FF2B5EF4-FFF2-40B4-BE49-F238E27FC236}">
                <a16:creationId xmlns:a16="http://schemas.microsoft.com/office/drawing/2014/main" id="{5F6B0DCB-2762-2E09-44F8-D92CFCBB9C6F}"/>
              </a:ext>
            </a:extLst>
          </p:cNvPr>
          <p:cNvSpPr/>
          <p:nvPr/>
        </p:nvSpPr>
        <p:spPr>
          <a:xfrm>
            <a:off x="685800" y="3855720"/>
            <a:ext cx="2286000" cy="411480"/>
          </a:xfrm>
          <a:prstGeom prst="rect">
            <a:avLst/>
          </a:prstGeom>
          <a:noFill/>
          <a:ln/>
        </p:spPr>
        <p:txBody>
          <a:bodyPr wrap="square" lIns="0" tIns="0" rIns="0" bIns="0" rtlCol="0" anchor="ctr"/>
          <a:lstStyle/>
          <a:p>
            <a:pPr marL="0" indent="0" algn="ctr">
              <a:buNone/>
            </a:pPr>
            <a:r>
              <a:rPr lang="en-US" sz="1200" dirty="0" err="1">
                <a:solidFill>
                  <a:srgbClr val="667C96"/>
                </a:solidFill>
                <a:latin typeface="Calibri" pitchFamily="34" charset="0"/>
                <a:ea typeface="Calibri" pitchFamily="34" charset="-122"/>
                <a:cs typeface="Calibri" pitchFamily="34" charset="-120"/>
              </a:rPr>
              <a:t>Precisión</a:t>
            </a:r>
            <a:r>
              <a:rPr lang="en-US" sz="1200" dirty="0">
                <a:solidFill>
                  <a:srgbClr val="667C96"/>
                </a:solidFill>
                <a:latin typeface="Calibri" pitchFamily="34" charset="0"/>
                <a:ea typeface="Calibri" pitchFamily="34" charset="-122"/>
                <a:cs typeface="Calibri" pitchFamily="34" charset="-120"/>
              </a:rPr>
              <a:t> · </a:t>
            </a:r>
            <a:r>
              <a:rPr lang="en-US" sz="1200" dirty="0" err="1">
                <a:solidFill>
                  <a:srgbClr val="667C96"/>
                </a:solidFill>
                <a:latin typeface="Calibri" pitchFamily="34" charset="0"/>
                <a:ea typeface="Calibri" pitchFamily="34" charset="-122"/>
                <a:cs typeface="Calibri" pitchFamily="34" charset="-120"/>
              </a:rPr>
              <a:t>clase</a:t>
            </a:r>
            <a:r>
              <a:rPr lang="en-US" sz="1200" dirty="0">
                <a:solidFill>
                  <a:srgbClr val="667C96"/>
                </a:solidFill>
                <a:latin typeface="Calibri" pitchFamily="34" charset="0"/>
                <a:ea typeface="Calibri" pitchFamily="34" charset="-122"/>
                <a:cs typeface="Calibri" pitchFamily="34" charset="-120"/>
              </a:rPr>
              <a:t> </a:t>
            </a:r>
            <a:r>
              <a:rPr lang="en-US" sz="1200" dirty="0" err="1">
                <a:solidFill>
                  <a:srgbClr val="667C96"/>
                </a:solidFill>
                <a:latin typeface="Calibri" pitchFamily="34" charset="0"/>
                <a:ea typeface="Calibri" pitchFamily="34" charset="-122"/>
                <a:cs typeface="Calibri" pitchFamily="34" charset="-120"/>
              </a:rPr>
              <a:t>sintética</a:t>
            </a:r>
            <a:endParaRPr lang="en-US" sz="1200" dirty="0"/>
          </a:p>
        </p:txBody>
      </p:sp>
      <p:sp>
        <p:nvSpPr>
          <p:cNvPr id="31" name="Shape 10">
            <a:extLst>
              <a:ext uri="{FF2B5EF4-FFF2-40B4-BE49-F238E27FC236}">
                <a16:creationId xmlns:a16="http://schemas.microsoft.com/office/drawing/2014/main" id="{ED22093D-59B5-6B9B-385D-E5631C76C053}"/>
              </a:ext>
            </a:extLst>
          </p:cNvPr>
          <p:cNvSpPr/>
          <p:nvPr/>
        </p:nvSpPr>
        <p:spPr>
          <a:xfrm>
            <a:off x="3310128" y="2987040"/>
            <a:ext cx="2560320" cy="1371600"/>
          </a:xfrm>
          <a:prstGeom prst="roundRect">
            <a:avLst>
              <a:gd name="adj" fmla="val 4667"/>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33" name="Text 11">
            <a:extLst>
              <a:ext uri="{FF2B5EF4-FFF2-40B4-BE49-F238E27FC236}">
                <a16:creationId xmlns:a16="http://schemas.microsoft.com/office/drawing/2014/main" id="{746E7DB3-4E5C-B578-544E-7AECFE06DDCB}"/>
              </a:ext>
            </a:extLst>
          </p:cNvPr>
          <p:cNvSpPr/>
          <p:nvPr/>
        </p:nvSpPr>
        <p:spPr>
          <a:xfrm>
            <a:off x="3310128" y="3096768"/>
            <a:ext cx="2560320" cy="777240"/>
          </a:xfrm>
          <a:prstGeom prst="rect">
            <a:avLst/>
          </a:prstGeom>
          <a:noFill/>
          <a:ln/>
        </p:spPr>
        <p:txBody>
          <a:bodyPr wrap="square" lIns="0" tIns="0" rIns="0" bIns="0" rtlCol="0" anchor="ctr"/>
          <a:lstStyle/>
          <a:p>
            <a:pPr marL="0" indent="0" algn="ctr">
              <a:buNone/>
            </a:pPr>
            <a:r>
              <a:rPr lang="en-US" sz="4000" b="1" dirty="0">
                <a:solidFill>
                  <a:srgbClr val="1F5AA6"/>
                </a:solidFill>
                <a:latin typeface="Cambria" pitchFamily="34" charset="0"/>
                <a:ea typeface="Cambria" pitchFamily="34" charset="-122"/>
                <a:cs typeface="Cambria" pitchFamily="34" charset="-120"/>
              </a:rPr>
              <a:t>76%</a:t>
            </a:r>
            <a:endParaRPr lang="en-US" sz="4000" dirty="0"/>
          </a:p>
        </p:txBody>
      </p:sp>
      <p:sp>
        <p:nvSpPr>
          <p:cNvPr id="35" name="Text 12">
            <a:extLst>
              <a:ext uri="{FF2B5EF4-FFF2-40B4-BE49-F238E27FC236}">
                <a16:creationId xmlns:a16="http://schemas.microsoft.com/office/drawing/2014/main" id="{54646262-6B01-74A5-C787-A2B9BF8624C2}"/>
              </a:ext>
            </a:extLst>
          </p:cNvPr>
          <p:cNvSpPr/>
          <p:nvPr/>
        </p:nvSpPr>
        <p:spPr>
          <a:xfrm>
            <a:off x="3447288" y="3855720"/>
            <a:ext cx="2286000" cy="411480"/>
          </a:xfrm>
          <a:prstGeom prst="rect">
            <a:avLst/>
          </a:prstGeom>
          <a:noFill/>
          <a:ln/>
        </p:spPr>
        <p:txBody>
          <a:bodyPr wrap="square" lIns="0" tIns="0" rIns="0" bIns="0" rtlCol="0" anchor="ctr"/>
          <a:lstStyle/>
          <a:p>
            <a:pPr marL="0" indent="0" algn="ctr">
              <a:buNone/>
            </a:pPr>
            <a:r>
              <a:rPr lang="en-US" sz="1200" dirty="0" err="1">
                <a:solidFill>
                  <a:srgbClr val="667C96"/>
                </a:solidFill>
                <a:latin typeface="Calibri" pitchFamily="34" charset="0"/>
                <a:ea typeface="Calibri" pitchFamily="34" charset="-122"/>
                <a:cs typeface="Calibri" pitchFamily="34" charset="-120"/>
              </a:rPr>
              <a:t>Precisión</a:t>
            </a:r>
            <a:r>
              <a:rPr lang="en-US" sz="1200" dirty="0">
                <a:solidFill>
                  <a:srgbClr val="667C96"/>
                </a:solidFill>
                <a:latin typeface="Calibri" pitchFamily="34" charset="0"/>
                <a:ea typeface="Calibri" pitchFamily="34" charset="-122"/>
                <a:cs typeface="Calibri" pitchFamily="34" charset="-120"/>
              </a:rPr>
              <a:t> global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7D0D600-2B94-4052-6D84-71BBE5E5C7F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92B03C-FFE3-8F3B-7DCC-9FC30EB00D75}"/>
              </a:ext>
            </a:extLst>
          </p:cNvPr>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a:extLst>
              <a:ext uri="{FF2B5EF4-FFF2-40B4-BE49-F238E27FC236}">
                <a16:creationId xmlns:a16="http://schemas.microsoft.com/office/drawing/2014/main" id="{966DE275-9030-7945-C528-F902B58D07FD}"/>
              </a:ext>
            </a:extLst>
          </p:cNvPr>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a:extLst>
              <a:ext uri="{FF2B5EF4-FFF2-40B4-BE49-F238E27FC236}">
                <a16:creationId xmlns:a16="http://schemas.microsoft.com/office/drawing/2014/main" id="{8EDE70DE-5A4D-7135-3FCF-609EB019678A}"/>
              </a:ext>
            </a:extLst>
          </p:cNvPr>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err="1">
                <a:solidFill>
                  <a:srgbClr val="0F2A4A"/>
                </a:solidFill>
                <a:latin typeface="Cambria" pitchFamily="34" charset="0"/>
                <a:ea typeface="Cambria" pitchFamily="34" charset="-122"/>
                <a:cs typeface="Cambria" pitchFamily="34" charset="-120"/>
              </a:rPr>
              <a:t>Comparativa</a:t>
            </a:r>
            <a:r>
              <a:rPr lang="en-US" sz="2500" b="1" dirty="0">
                <a:solidFill>
                  <a:srgbClr val="0F2A4A"/>
                </a:solidFill>
                <a:latin typeface="Cambria" pitchFamily="34" charset="0"/>
                <a:ea typeface="Cambria" pitchFamily="34" charset="-122"/>
                <a:cs typeface="Cambria" pitchFamily="34" charset="-120"/>
              </a:rPr>
              <a:t> entre </a:t>
            </a:r>
            <a:r>
              <a:rPr lang="en-US" sz="2500" b="1" dirty="0" err="1">
                <a:solidFill>
                  <a:srgbClr val="0F2A4A"/>
                </a:solidFill>
                <a:latin typeface="Cambria" pitchFamily="34" charset="0"/>
                <a:ea typeface="Cambria" pitchFamily="34" charset="-122"/>
                <a:cs typeface="Cambria" pitchFamily="34" charset="-120"/>
              </a:rPr>
              <a:t>modelos</a:t>
            </a:r>
            <a:endParaRPr lang="en-US" sz="2500" dirty="0"/>
          </a:p>
        </p:txBody>
      </p:sp>
      <p:sp>
        <p:nvSpPr>
          <p:cNvPr id="5" name="Text 3">
            <a:extLst>
              <a:ext uri="{FF2B5EF4-FFF2-40B4-BE49-F238E27FC236}">
                <a16:creationId xmlns:a16="http://schemas.microsoft.com/office/drawing/2014/main" id="{BD7AB5B0-A57E-E4C3-B3EE-3F8F139FF524}"/>
              </a:ext>
            </a:extLst>
          </p:cNvPr>
          <p:cNvSpPr/>
          <p:nvPr/>
        </p:nvSpPr>
        <p:spPr>
          <a:xfrm>
            <a:off x="1133856" y="850392"/>
            <a:ext cx="7543800" cy="292608"/>
          </a:xfrm>
          <a:prstGeom prst="rect">
            <a:avLst/>
          </a:prstGeom>
          <a:noFill/>
          <a:ln/>
        </p:spPr>
        <p:txBody>
          <a:bodyPr wrap="square" lIns="0" tIns="0" rIns="0" bIns="0" rtlCol="0" anchor="ctr"/>
          <a:lstStyle/>
          <a:p>
            <a:pPr marL="0" indent="0" algn="l">
              <a:buNone/>
            </a:pPr>
            <a:r>
              <a:rPr lang="en-US" sz="1300" i="1" dirty="0">
                <a:solidFill>
                  <a:srgbClr val="667C96"/>
                </a:solidFill>
                <a:latin typeface="Calibri" pitchFamily="34" charset="0"/>
                <a:ea typeface="Calibri" pitchFamily="34" charset="-122"/>
                <a:cs typeface="Calibri" pitchFamily="34" charset="-120"/>
              </a:rPr>
              <a:t>Validar </a:t>
            </a:r>
            <a:r>
              <a:rPr lang="en-US" sz="1300" i="1" dirty="0" err="1">
                <a:solidFill>
                  <a:srgbClr val="667C96"/>
                </a:solidFill>
                <a:latin typeface="Calibri" pitchFamily="34" charset="0"/>
                <a:ea typeface="Calibri" pitchFamily="34" charset="-122"/>
                <a:cs typeface="Calibri" pitchFamily="34" charset="-120"/>
              </a:rPr>
              <a:t>que</a:t>
            </a:r>
            <a:r>
              <a:rPr lang="en-US" sz="1300" i="1" dirty="0">
                <a:solidFill>
                  <a:srgbClr val="667C96"/>
                </a:solidFill>
                <a:latin typeface="Calibri" pitchFamily="34" charset="0"/>
                <a:ea typeface="Calibri" pitchFamily="34" charset="-122"/>
                <a:cs typeface="Calibri" pitchFamily="34" charset="-120"/>
              </a:rPr>
              <a:t> la </a:t>
            </a:r>
            <a:r>
              <a:rPr lang="en-US" sz="1300" i="1" dirty="0" err="1">
                <a:solidFill>
                  <a:srgbClr val="667C96"/>
                </a:solidFill>
                <a:latin typeface="Calibri" pitchFamily="34" charset="0"/>
                <a:ea typeface="Calibri" pitchFamily="34" charset="-122"/>
                <a:cs typeface="Calibri" pitchFamily="34" charset="-120"/>
              </a:rPr>
              <a:t>hipótesis</a:t>
            </a:r>
            <a:r>
              <a:rPr lang="en-US" sz="1300" i="1" dirty="0">
                <a:solidFill>
                  <a:srgbClr val="667C96"/>
                </a:solidFill>
                <a:latin typeface="Calibri" pitchFamily="34" charset="0"/>
                <a:ea typeface="Calibri" pitchFamily="34" charset="-122"/>
                <a:cs typeface="Calibri" pitchFamily="34" charset="-120"/>
              </a:rPr>
              <a:t> </a:t>
            </a:r>
            <a:r>
              <a:rPr lang="en-US" sz="1300" i="1" dirty="0" err="1">
                <a:solidFill>
                  <a:srgbClr val="667C96"/>
                </a:solidFill>
                <a:latin typeface="Calibri" pitchFamily="34" charset="0"/>
                <a:ea typeface="Calibri" pitchFamily="34" charset="-122"/>
                <a:cs typeface="Calibri" pitchFamily="34" charset="-120"/>
              </a:rPr>
              <a:t>tras</a:t>
            </a:r>
            <a:r>
              <a:rPr lang="en-US" sz="1300" i="1" dirty="0">
                <a:solidFill>
                  <a:srgbClr val="667C96"/>
                </a:solidFill>
                <a:latin typeface="Calibri" pitchFamily="34" charset="0"/>
                <a:ea typeface="Calibri" pitchFamily="34" charset="-122"/>
                <a:cs typeface="Calibri" pitchFamily="34" charset="-120"/>
              </a:rPr>
              <a:t> la </a:t>
            </a:r>
            <a:r>
              <a:rPr lang="en-US" sz="1300" i="1" dirty="0" err="1">
                <a:solidFill>
                  <a:srgbClr val="667C96"/>
                </a:solidFill>
                <a:latin typeface="Calibri" pitchFamily="34" charset="0"/>
                <a:ea typeface="Calibri" pitchFamily="34" charset="-122"/>
                <a:cs typeface="Calibri" pitchFamily="34" charset="-120"/>
              </a:rPr>
              <a:t>evaluación</a:t>
            </a:r>
            <a:r>
              <a:rPr lang="en-US" sz="1300" i="1" dirty="0">
                <a:solidFill>
                  <a:srgbClr val="667C96"/>
                </a:solidFill>
                <a:latin typeface="Calibri" pitchFamily="34" charset="0"/>
                <a:ea typeface="Calibri" pitchFamily="34" charset="-122"/>
                <a:cs typeface="Calibri" pitchFamily="34" charset="-120"/>
              </a:rPr>
              <a:t> LOPO es </a:t>
            </a:r>
            <a:r>
              <a:rPr lang="en-US" sz="1300" i="1" dirty="0" err="1">
                <a:solidFill>
                  <a:srgbClr val="667C96"/>
                </a:solidFill>
                <a:latin typeface="Calibri" pitchFamily="34" charset="0"/>
                <a:ea typeface="Calibri" pitchFamily="34" charset="-122"/>
                <a:cs typeface="Calibri" pitchFamily="34" charset="-120"/>
              </a:rPr>
              <a:t>correcta</a:t>
            </a:r>
            <a:endParaRPr lang="en-US" sz="1300" dirty="0"/>
          </a:p>
        </p:txBody>
      </p:sp>
      <p:sp>
        <p:nvSpPr>
          <p:cNvPr id="23" name="Text 19">
            <a:extLst>
              <a:ext uri="{FF2B5EF4-FFF2-40B4-BE49-F238E27FC236}">
                <a16:creationId xmlns:a16="http://schemas.microsoft.com/office/drawing/2014/main" id="{5536D917-F104-B818-E0FB-6C41D781EB36}"/>
              </a:ext>
            </a:extLst>
          </p:cNvPr>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19</a:t>
            </a:r>
            <a:endParaRPr lang="en-US" sz="900" dirty="0"/>
          </a:p>
        </p:txBody>
      </p:sp>
      <p:pic>
        <p:nvPicPr>
          <p:cNvPr id="16" name="Imagen 15">
            <a:extLst>
              <a:ext uri="{FF2B5EF4-FFF2-40B4-BE49-F238E27FC236}">
                <a16:creationId xmlns:a16="http://schemas.microsoft.com/office/drawing/2014/main" id="{B623FE8A-9AEB-BBF8-3DD1-BDA27CBE5BA1}"/>
              </a:ext>
            </a:extLst>
          </p:cNvPr>
          <p:cNvPicPr>
            <a:picLocks noChangeAspect="1"/>
          </p:cNvPicPr>
          <p:nvPr/>
        </p:nvPicPr>
        <p:blipFill>
          <a:blip r:embed="rId3"/>
          <a:stretch>
            <a:fillRect/>
          </a:stretch>
        </p:blipFill>
        <p:spPr>
          <a:xfrm>
            <a:off x="359621" y="1475963"/>
            <a:ext cx="4159640" cy="3466367"/>
          </a:xfrm>
          <a:prstGeom prst="rect">
            <a:avLst/>
          </a:prstGeom>
        </p:spPr>
      </p:pic>
      <p:pic>
        <p:nvPicPr>
          <p:cNvPr id="24" name="Imagen 23">
            <a:extLst>
              <a:ext uri="{FF2B5EF4-FFF2-40B4-BE49-F238E27FC236}">
                <a16:creationId xmlns:a16="http://schemas.microsoft.com/office/drawing/2014/main" id="{F487EC32-C571-21AE-4CF4-55C7EF0DCFB0}"/>
              </a:ext>
            </a:extLst>
          </p:cNvPr>
          <p:cNvPicPr>
            <a:picLocks noChangeAspect="1"/>
          </p:cNvPicPr>
          <p:nvPr/>
        </p:nvPicPr>
        <p:blipFill>
          <a:blip r:embed="rId4"/>
          <a:stretch>
            <a:fillRect/>
          </a:stretch>
        </p:blipFill>
        <p:spPr>
          <a:xfrm>
            <a:off x="4519261" y="1475963"/>
            <a:ext cx="4212379" cy="3510316"/>
          </a:xfrm>
          <a:prstGeom prst="rect">
            <a:avLst/>
          </a:prstGeom>
        </p:spPr>
      </p:pic>
      <p:sp>
        <p:nvSpPr>
          <p:cNvPr id="26" name="CuadroTexto 25">
            <a:extLst>
              <a:ext uri="{FF2B5EF4-FFF2-40B4-BE49-F238E27FC236}">
                <a16:creationId xmlns:a16="http://schemas.microsoft.com/office/drawing/2014/main" id="{F45263FD-7BD7-77FE-864B-1989A3D21CAE}"/>
              </a:ext>
            </a:extLst>
          </p:cNvPr>
          <p:cNvSpPr txBox="1"/>
          <p:nvPr/>
        </p:nvSpPr>
        <p:spPr>
          <a:xfrm>
            <a:off x="1591063" y="1143000"/>
            <a:ext cx="1802234" cy="523220"/>
          </a:xfrm>
          <a:prstGeom prst="rect">
            <a:avLst/>
          </a:prstGeom>
          <a:noFill/>
        </p:spPr>
        <p:txBody>
          <a:bodyPr wrap="square">
            <a:spAutoFit/>
          </a:bodyPr>
          <a:lstStyle/>
          <a:p>
            <a:pPr algn="ctr"/>
            <a:r>
              <a:rPr lang="en-US" sz="1400" b="1" dirty="0" err="1">
                <a:solidFill>
                  <a:srgbClr val="1F5AA6"/>
                </a:solidFill>
                <a:latin typeface="Cambria" pitchFamily="34" charset="0"/>
                <a:ea typeface="Cambria" pitchFamily="34" charset="-122"/>
                <a:cs typeface="Cambria" pitchFamily="34" charset="-120"/>
              </a:rPr>
              <a:t>Modelos</a:t>
            </a:r>
            <a:r>
              <a:rPr lang="en-US" sz="1400" b="1" dirty="0">
                <a:solidFill>
                  <a:srgbClr val="1F5AA6"/>
                </a:solidFill>
                <a:latin typeface="Cambria" pitchFamily="34" charset="0"/>
                <a:ea typeface="Cambria" pitchFamily="34" charset="-122"/>
                <a:cs typeface="Cambria" pitchFamily="34" charset="-120"/>
              </a:rPr>
              <a:t> </a:t>
            </a:r>
            <a:r>
              <a:rPr lang="en-US" sz="1400" b="1" dirty="0" err="1">
                <a:solidFill>
                  <a:srgbClr val="1F5AA6"/>
                </a:solidFill>
                <a:latin typeface="Cambria" pitchFamily="34" charset="0"/>
                <a:ea typeface="Cambria" pitchFamily="34" charset="-122"/>
                <a:cs typeface="Cambria" pitchFamily="34" charset="-120"/>
              </a:rPr>
              <a:t>especializados</a:t>
            </a:r>
            <a:endParaRPr lang="es-ES" sz="1400" dirty="0"/>
          </a:p>
        </p:txBody>
      </p:sp>
      <p:sp>
        <p:nvSpPr>
          <p:cNvPr id="28" name="CuadroTexto 27">
            <a:extLst>
              <a:ext uri="{FF2B5EF4-FFF2-40B4-BE49-F238E27FC236}">
                <a16:creationId xmlns:a16="http://schemas.microsoft.com/office/drawing/2014/main" id="{9745BE31-B721-0AC2-FA7E-BE9E1D3D82C6}"/>
              </a:ext>
            </a:extLst>
          </p:cNvPr>
          <p:cNvSpPr txBox="1"/>
          <p:nvPr/>
        </p:nvSpPr>
        <p:spPr>
          <a:xfrm>
            <a:off x="5692188" y="1100053"/>
            <a:ext cx="2024743" cy="523220"/>
          </a:xfrm>
          <a:prstGeom prst="rect">
            <a:avLst/>
          </a:prstGeom>
          <a:noFill/>
        </p:spPr>
        <p:txBody>
          <a:bodyPr wrap="square">
            <a:spAutoFit/>
          </a:bodyPr>
          <a:lstStyle/>
          <a:p>
            <a:pPr algn="ctr"/>
            <a:r>
              <a:rPr lang="en-US" sz="1400" b="1" dirty="0">
                <a:solidFill>
                  <a:srgbClr val="1F5AA6"/>
                </a:solidFill>
                <a:latin typeface="Cambria" pitchFamily="34" charset="0"/>
                <a:ea typeface="Cambria" pitchFamily="34" charset="-122"/>
                <a:cs typeface="Cambria" pitchFamily="34" charset="-120"/>
              </a:rPr>
              <a:t>Modelo </a:t>
            </a:r>
          </a:p>
          <a:p>
            <a:pPr algn="ctr"/>
            <a:r>
              <a:rPr lang="en-US" sz="1400" b="1" dirty="0" err="1">
                <a:solidFill>
                  <a:srgbClr val="1F5AA6"/>
                </a:solidFill>
                <a:latin typeface="Cambria" pitchFamily="34" charset="0"/>
                <a:ea typeface="Cambria" pitchFamily="34" charset="-122"/>
                <a:cs typeface="Cambria" pitchFamily="34" charset="-120"/>
              </a:rPr>
              <a:t>unificado</a:t>
            </a:r>
            <a:endParaRPr lang="es-ES" sz="1400" dirty="0"/>
          </a:p>
        </p:txBody>
      </p:sp>
    </p:spTree>
    <p:extLst>
      <p:ext uri="{BB962C8B-B14F-4D97-AF65-F5344CB8AC3E}">
        <p14:creationId xmlns:p14="http://schemas.microsoft.com/office/powerpoint/2010/main" val="3230458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oundRect">
            <a:avLst>
              <a:gd name="adj" fmla="val 15385"/>
            </a:avLst>
          </a:prstGeom>
          <a:solidFill>
            <a:srgbClr val="0F2A4A"/>
          </a:solidFill>
          <a:ln/>
        </p:spPr>
        <p:txBody>
          <a:bodyPr/>
          <a:lstStyle/>
          <a:p>
            <a:endParaRPr lang="es-ES"/>
          </a:p>
        </p:txBody>
      </p:sp>
      <p:sp>
        <p:nvSpPr>
          <p:cNvPr id="3" name="Text 1"/>
          <p:cNvSpPr/>
          <p:nvPr/>
        </p:nvSpPr>
        <p:spPr>
          <a:xfrm>
            <a:off x="502920" y="384048"/>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115568" y="365760"/>
            <a:ext cx="7543800" cy="475488"/>
          </a:xfrm>
          <a:prstGeom prst="rect">
            <a:avLst/>
          </a:prstGeom>
          <a:noFill/>
          <a:ln/>
        </p:spPr>
        <p:txBody>
          <a:bodyPr wrap="square" lIns="0" tIns="0" rIns="0" bIns="0" rtlCol="0" anchor="ctr"/>
          <a:lstStyle/>
          <a:p>
            <a:pPr marL="0" indent="0" algn="l">
              <a:buNone/>
            </a:pPr>
            <a:r>
              <a:rPr lang="en-US" sz="2500" b="1" dirty="0">
                <a:solidFill>
                  <a:srgbClr val="0F2A4A"/>
                </a:solidFill>
                <a:latin typeface="Cambria" pitchFamily="34" charset="0"/>
                <a:ea typeface="Cambria" pitchFamily="34" charset="-122"/>
                <a:cs typeface="Cambria" pitchFamily="34" charset="-120"/>
              </a:rPr>
              <a:t>Conclusiones y trabajo futuro</a:t>
            </a:r>
            <a:endParaRPr lang="en-US" sz="2500" dirty="0"/>
          </a:p>
        </p:txBody>
      </p:sp>
      <p:sp>
        <p:nvSpPr>
          <p:cNvPr id="5" name="Text 3"/>
          <p:cNvSpPr/>
          <p:nvPr/>
        </p:nvSpPr>
        <p:spPr>
          <a:xfrm>
            <a:off x="1133856" y="850392"/>
            <a:ext cx="7543800" cy="292608"/>
          </a:xfrm>
          <a:prstGeom prst="rect">
            <a:avLst/>
          </a:prstGeom>
          <a:noFill/>
          <a:ln/>
        </p:spPr>
        <p:txBody>
          <a:bodyPr wrap="square" lIns="0" tIns="0" rIns="0" bIns="0" rtlCol="0" anchor="ctr"/>
          <a:lstStyle/>
          <a:p>
            <a:pPr marL="0" indent="0" algn="l">
              <a:buNone/>
            </a:pPr>
            <a:endParaRPr lang="en-US" sz="1300" dirty="0"/>
          </a:p>
        </p:txBody>
      </p:sp>
      <p:sp>
        <p:nvSpPr>
          <p:cNvPr id="6" name="Shape 4"/>
          <p:cNvSpPr/>
          <p:nvPr/>
        </p:nvSpPr>
        <p:spPr>
          <a:xfrm>
            <a:off x="548640" y="1463040"/>
            <a:ext cx="2560320" cy="3017520"/>
          </a:xfrm>
          <a:prstGeom prst="roundRect">
            <a:avLst>
              <a:gd name="adj" fmla="val 2500"/>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7" name="Shape 5"/>
          <p:cNvSpPr/>
          <p:nvPr/>
        </p:nvSpPr>
        <p:spPr>
          <a:xfrm>
            <a:off x="1554480" y="1645920"/>
            <a:ext cx="548640" cy="548640"/>
          </a:xfrm>
          <a:prstGeom prst="ellipse">
            <a:avLst/>
          </a:prstGeom>
          <a:solidFill>
            <a:schemeClr val="accent6">
              <a:lumMod val="40000"/>
              <a:lumOff val="60000"/>
            </a:schemeClr>
          </a:solidFill>
          <a:ln/>
        </p:spPr>
        <p:txBody>
          <a:bodyPr/>
          <a:lstStyle/>
          <a:p>
            <a:endParaRPr lang="es-ES"/>
          </a:p>
        </p:txBody>
      </p:sp>
      <p:pic>
        <p:nvPicPr>
          <p:cNvPr id="8" name="Image 0" descr="preencoded.png"/>
          <p:cNvPicPr>
            <a:picLocks noChangeAspect="1"/>
          </p:cNvPicPr>
          <p:nvPr/>
        </p:nvPicPr>
        <p:blipFill>
          <a:blip r:embed="rId3"/>
          <a:stretch>
            <a:fillRect/>
          </a:stretch>
        </p:blipFill>
        <p:spPr>
          <a:xfrm>
            <a:off x="1686154" y="1777594"/>
            <a:ext cx="285293" cy="285293"/>
          </a:xfrm>
          <a:prstGeom prst="rect">
            <a:avLst/>
          </a:prstGeom>
        </p:spPr>
      </p:pic>
      <p:sp>
        <p:nvSpPr>
          <p:cNvPr id="9" name="Text 6"/>
          <p:cNvSpPr/>
          <p:nvPr/>
        </p:nvSpPr>
        <p:spPr>
          <a:xfrm>
            <a:off x="685800" y="2267712"/>
            <a:ext cx="2286000" cy="365760"/>
          </a:xfrm>
          <a:prstGeom prst="rect">
            <a:avLst/>
          </a:prstGeom>
          <a:noFill/>
          <a:ln/>
        </p:spPr>
        <p:txBody>
          <a:bodyPr wrap="square" lIns="0" tIns="0" rIns="0" bIns="0" rtlCol="0" anchor="ctr"/>
          <a:lstStyle/>
          <a:p>
            <a:pPr marL="0" indent="0" algn="ctr">
              <a:buNone/>
            </a:pPr>
            <a:r>
              <a:rPr lang="en-US" sz="1600" b="1" dirty="0">
                <a:solidFill>
                  <a:srgbClr val="2E7D5B"/>
                </a:solidFill>
                <a:latin typeface="Cambria" pitchFamily="34" charset="0"/>
                <a:ea typeface="Cambria" pitchFamily="34" charset="-122"/>
                <a:cs typeface="Cambria" pitchFamily="34" charset="-120"/>
              </a:rPr>
              <a:t>Conseguido</a:t>
            </a:r>
            <a:endParaRPr lang="en-US" sz="1600" dirty="0"/>
          </a:p>
        </p:txBody>
      </p:sp>
      <p:sp>
        <p:nvSpPr>
          <p:cNvPr id="10" name="Text 7"/>
          <p:cNvSpPr/>
          <p:nvPr/>
        </p:nvSpPr>
        <p:spPr>
          <a:xfrm>
            <a:off x="749808" y="2697480"/>
            <a:ext cx="2194560" cy="1691640"/>
          </a:xfrm>
          <a:prstGeom prst="rect">
            <a:avLst/>
          </a:prstGeom>
          <a:noFill/>
          <a:ln/>
        </p:spPr>
        <p:txBody>
          <a:bodyPr wrap="square" lIns="0" tIns="0" rIns="0" bIns="0" rtlCol="0" anchor="t"/>
          <a:lstStyle/>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Sistema de extremo a extremo, funcional en web.</a:t>
            </a:r>
            <a:endParaRPr lang="en-US" sz="1180" dirty="0"/>
          </a:p>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Veredicto justificado y trazable.</a:t>
            </a:r>
            <a:endParaRPr lang="en-US" sz="1180" dirty="0"/>
          </a:p>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Especialización validada frente al sesgo de dominio.</a:t>
            </a:r>
            <a:endParaRPr lang="en-US" sz="1180" dirty="0"/>
          </a:p>
        </p:txBody>
      </p:sp>
      <p:sp>
        <p:nvSpPr>
          <p:cNvPr id="11" name="Shape 8"/>
          <p:cNvSpPr/>
          <p:nvPr/>
        </p:nvSpPr>
        <p:spPr>
          <a:xfrm>
            <a:off x="3310128" y="1463040"/>
            <a:ext cx="2560320" cy="3017520"/>
          </a:xfrm>
          <a:prstGeom prst="roundRect">
            <a:avLst>
              <a:gd name="adj" fmla="val 2500"/>
            </a:avLst>
          </a:prstGeom>
          <a:solidFill>
            <a:srgbClr val="F3F7FC"/>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2" name="Shape 9"/>
          <p:cNvSpPr/>
          <p:nvPr/>
        </p:nvSpPr>
        <p:spPr>
          <a:xfrm>
            <a:off x="4315968" y="1645920"/>
            <a:ext cx="548640" cy="548640"/>
          </a:xfrm>
          <a:prstGeom prst="ellipse">
            <a:avLst/>
          </a:prstGeom>
          <a:solidFill>
            <a:schemeClr val="accent4">
              <a:lumMod val="60000"/>
              <a:lumOff val="40000"/>
            </a:schemeClr>
          </a:solidFill>
          <a:ln/>
        </p:spPr>
        <p:txBody>
          <a:bodyPr/>
          <a:lstStyle/>
          <a:p>
            <a:endParaRPr lang="es-ES"/>
          </a:p>
        </p:txBody>
      </p:sp>
      <p:pic>
        <p:nvPicPr>
          <p:cNvPr id="13" name="Image 1" descr="preencoded.png"/>
          <p:cNvPicPr>
            <a:picLocks noChangeAspect="1"/>
          </p:cNvPicPr>
          <p:nvPr/>
        </p:nvPicPr>
        <p:blipFill>
          <a:blip r:embed="rId4"/>
          <a:stretch>
            <a:fillRect/>
          </a:stretch>
        </p:blipFill>
        <p:spPr>
          <a:xfrm>
            <a:off x="4447641" y="1777593"/>
            <a:ext cx="285293" cy="285293"/>
          </a:xfrm>
          <a:prstGeom prst="rect">
            <a:avLst/>
          </a:prstGeom>
        </p:spPr>
      </p:pic>
      <p:sp>
        <p:nvSpPr>
          <p:cNvPr id="14" name="Text 10"/>
          <p:cNvSpPr/>
          <p:nvPr/>
        </p:nvSpPr>
        <p:spPr>
          <a:xfrm>
            <a:off x="3447288" y="2267712"/>
            <a:ext cx="2286000" cy="365760"/>
          </a:xfrm>
          <a:prstGeom prst="rect">
            <a:avLst/>
          </a:prstGeom>
          <a:noFill/>
          <a:ln/>
        </p:spPr>
        <p:txBody>
          <a:bodyPr wrap="square" lIns="0" tIns="0" rIns="0" bIns="0" rtlCol="0" anchor="ctr"/>
          <a:lstStyle/>
          <a:p>
            <a:pPr marL="0" indent="0" algn="ctr">
              <a:buNone/>
            </a:pPr>
            <a:r>
              <a:rPr lang="en-US" sz="1600" b="1" dirty="0">
                <a:solidFill>
                  <a:srgbClr val="B7791F"/>
                </a:solidFill>
                <a:latin typeface="Cambria" pitchFamily="34" charset="0"/>
                <a:ea typeface="Cambria" pitchFamily="34" charset="-122"/>
                <a:cs typeface="Cambria" pitchFamily="34" charset="-120"/>
              </a:rPr>
              <a:t>Limitaciones</a:t>
            </a:r>
            <a:endParaRPr lang="en-US" sz="1600" dirty="0"/>
          </a:p>
        </p:txBody>
      </p:sp>
      <p:sp>
        <p:nvSpPr>
          <p:cNvPr id="15" name="Text 11"/>
          <p:cNvSpPr/>
          <p:nvPr/>
        </p:nvSpPr>
        <p:spPr>
          <a:xfrm>
            <a:off x="3511296" y="2697480"/>
            <a:ext cx="2194560" cy="1691640"/>
          </a:xfrm>
          <a:prstGeom prst="rect">
            <a:avLst/>
          </a:prstGeom>
          <a:noFill/>
          <a:ln/>
        </p:spPr>
        <p:txBody>
          <a:bodyPr wrap="square" lIns="0" tIns="0" rIns="0" bIns="0" rtlCol="0" anchor="t"/>
          <a:lstStyle/>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Herramienta de cribado, no veredicto absoluto.</a:t>
            </a:r>
            <a:endParaRPr lang="en-US" sz="1180" dirty="0"/>
          </a:p>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Depende de los generadores del entrenamiento.</a:t>
            </a:r>
            <a:endParaRPr lang="en-US" sz="1180" dirty="0"/>
          </a:p>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Latencia en vídeos largos.</a:t>
            </a:r>
            <a:endParaRPr lang="en-US" sz="1180" dirty="0"/>
          </a:p>
        </p:txBody>
      </p:sp>
      <p:sp>
        <p:nvSpPr>
          <p:cNvPr id="16" name="Shape 12"/>
          <p:cNvSpPr/>
          <p:nvPr/>
        </p:nvSpPr>
        <p:spPr>
          <a:xfrm>
            <a:off x="6071616" y="1463040"/>
            <a:ext cx="2560320" cy="3017520"/>
          </a:xfrm>
          <a:prstGeom prst="roundRect">
            <a:avLst>
              <a:gd name="adj" fmla="val 2500"/>
            </a:avLst>
          </a:prstGeom>
          <a:solidFill>
            <a:srgbClr val="FFFFFF"/>
          </a:solidFill>
          <a:ln w="12700">
            <a:solidFill>
              <a:srgbClr val="C9D8E8"/>
            </a:solidFill>
            <a:prstDash val="solid"/>
          </a:ln>
          <a:effectLst>
            <a:outerShdw blurRad="88900" dist="38100" dir="5400000" algn="bl" rotWithShape="0">
              <a:srgbClr val="000000">
                <a:alpha val="12000"/>
              </a:srgbClr>
            </a:outerShdw>
          </a:effectLst>
        </p:spPr>
        <p:txBody>
          <a:bodyPr/>
          <a:lstStyle/>
          <a:p>
            <a:endParaRPr lang="es-ES"/>
          </a:p>
        </p:txBody>
      </p:sp>
      <p:sp>
        <p:nvSpPr>
          <p:cNvPr id="17" name="Shape 13"/>
          <p:cNvSpPr/>
          <p:nvPr/>
        </p:nvSpPr>
        <p:spPr>
          <a:xfrm>
            <a:off x="7077456" y="1645920"/>
            <a:ext cx="548640" cy="548640"/>
          </a:xfrm>
          <a:prstGeom prst="ellipse">
            <a:avLst/>
          </a:prstGeom>
          <a:solidFill>
            <a:schemeClr val="accent1">
              <a:lumMod val="40000"/>
              <a:lumOff val="60000"/>
            </a:schemeClr>
          </a:solidFill>
          <a:ln/>
        </p:spPr>
        <p:txBody>
          <a:bodyPr/>
          <a:lstStyle/>
          <a:p>
            <a:endParaRPr lang="es-ES"/>
          </a:p>
        </p:txBody>
      </p:sp>
      <p:pic>
        <p:nvPicPr>
          <p:cNvPr id="18" name="Image 2" descr="preencoded.png"/>
          <p:cNvPicPr>
            <a:picLocks noChangeAspect="1"/>
          </p:cNvPicPr>
          <p:nvPr/>
        </p:nvPicPr>
        <p:blipFill>
          <a:blip r:embed="rId5"/>
          <a:stretch>
            <a:fillRect/>
          </a:stretch>
        </p:blipFill>
        <p:spPr>
          <a:xfrm>
            <a:off x="7209129" y="1777594"/>
            <a:ext cx="285293" cy="285293"/>
          </a:xfrm>
          <a:prstGeom prst="rect">
            <a:avLst/>
          </a:prstGeom>
        </p:spPr>
      </p:pic>
      <p:sp>
        <p:nvSpPr>
          <p:cNvPr id="19" name="Text 14"/>
          <p:cNvSpPr/>
          <p:nvPr/>
        </p:nvSpPr>
        <p:spPr>
          <a:xfrm>
            <a:off x="6208776" y="2267712"/>
            <a:ext cx="2286000" cy="365760"/>
          </a:xfrm>
          <a:prstGeom prst="rect">
            <a:avLst/>
          </a:prstGeom>
          <a:noFill/>
          <a:ln/>
        </p:spPr>
        <p:txBody>
          <a:bodyPr wrap="square" lIns="0" tIns="0" rIns="0" bIns="0" rtlCol="0" anchor="ctr"/>
          <a:lstStyle/>
          <a:p>
            <a:pPr marL="0" indent="0" algn="ctr">
              <a:buNone/>
            </a:pPr>
            <a:r>
              <a:rPr lang="en-US" sz="1600" b="1" dirty="0">
                <a:solidFill>
                  <a:srgbClr val="1F5AA6"/>
                </a:solidFill>
                <a:latin typeface="Cambria" pitchFamily="34" charset="0"/>
                <a:ea typeface="Cambria" pitchFamily="34" charset="-122"/>
                <a:cs typeface="Cambria" pitchFamily="34" charset="-120"/>
              </a:rPr>
              <a:t>Trabajo futuro</a:t>
            </a:r>
            <a:endParaRPr lang="en-US" sz="1600" dirty="0"/>
          </a:p>
        </p:txBody>
      </p:sp>
      <p:sp>
        <p:nvSpPr>
          <p:cNvPr id="20" name="Text 15"/>
          <p:cNvSpPr/>
          <p:nvPr/>
        </p:nvSpPr>
        <p:spPr>
          <a:xfrm>
            <a:off x="6272784" y="2697480"/>
            <a:ext cx="2194560" cy="1691640"/>
          </a:xfrm>
          <a:prstGeom prst="rect">
            <a:avLst/>
          </a:prstGeom>
          <a:noFill/>
          <a:ln/>
        </p:spPr>
        <p:txBody>
          <a:bodyPr wrap="square" lIns="0" tIns="0" rIns="0" bIns="0" rtlCol="0" anchor="t"/>
          <a:lstStyle/>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Validar a fondo el módulo facial.</a:t>
            </a:r>
            <a:endParaRPr lang="en-US" sz="1180" dirty="0"/>
          </a:p>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Robustez ante compresiones agresivas.</a:t>
            </a:r>
            <a:endParaRPr lang="en-US" sz="1180" dirty="0"/>
          </a:p>
          <a:p>
            <a:pPr marL="342900" indent="-342900">
              <a:spcAft>
                <a:spcPts val="900"/>
              </a:spcAft>
              <a:buSzPct val="100000"/>
              <a:buChar char="•"/>
            </a:pPr>
            <a:r>
              <a:rPr lang="en-US" sz="1180" dirty="0">
                <a:solidFill>
                  <a:srgbClr val="1B2A3D"/>
                </a:solidFill>
                <a:latin typeface="Calibri" pitchFamily="34" charset="0"/>
                <a:ea typeface="Calibri" pitchFamily="34" charset="-122"/>
                <a:cs typeface="Calibri" pitchFamily="34" charset="-120"/>
              </a:rPr>
              <a:t>Análisis de audio y mejora de velocidad.</a:t>
            </a:r>
            <a:endParaRPr lang="en-US" sz="1180" dirty="0"/>
          </a:p>
        </p:txBody>
      </p:sp>
      <p:sp>
        <p:nvSpPr>
          <p:cNvPr id="21" name="Text 16"/>
          <p:cNvSpPr/>
          <p:nvPr/>
        </p:nvSpPr>
        <p:spPr>
          <a:xfrm>
            <a:off x="8275320" y="4828032"/>
            <a:ext cx="685800" cy="228600"/>
          </a:xfrm>
          <a:prstGeom prst="rect">
            <a:avLst/>
          </a:prstGeom>
          <a:noFill/>
          <a:ln/>
        </p:spPr>
        <p:txBody>
          <a:bodyPr wrap="square" lIns="0" tIns="0" rIns="0" bIns="0" rtlCol="0" anchor="ctr"/>
          <a:lstStyle/>
          <a:p>
            <a:pPr marL="0" indent="0" algn="r">
              <a:buNone/>
            </a:pPr>
            <a:r>
              <a:rPr lang="en-US" sz="900" dirty="0">
                <a:solidFill>
                  <a:srgbClr val="667C9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0F2A4A"/>
        </a:solidFill>
        <a:effectLst/>
      </p:bgPr>
    </p:bg>
    <p:spTree>
      <p:nvGrpSpPr>
        <p:cNvPr id="1" name=""/>
        <p:cNvGrpSpPr/>
        <p:nvPr/>
      </p:nvGrpSpPr>
      <p:grpSpPr>
        <a:xfrm>
          <a:off x="0" y="0"/>
          <a:ext cx="0" cy="0"/>
          <a:chOff x="0" y="0"/>
          <a:chExt cx="0" cy="0"/>
        </a:xfrm>
      </p:grpSpPr>
      <p:sp>
        <p:nvSpPr>
          <p:cNvPr id="5" name="Text 3"/>
          <p:cNvSpPr/>
          <p:nvPr/>
        </p:nvSpPr>
        <p:spPr>
          <a:xfrm>
            <a:off x="1005840" y="1234440"/>
            <a:ext cx="7132320" cy="1463040"/>
          </a:xfrm>
          <a:prstGeom prst="rect">
            <a:avLst/>
          </a:prstGeom>
          <a:noFill/>
          <a:ln/>
        </p:spPr>
        <p:txBody>
          <a:bodyPr wrap="square" lIns="0" tIns="0" rIns="0" bIns="0" rtlCol="0" anchor="ctr"/>
          <a:lstStyle/>
          <a:p>
            <a:pPr marL="0" indent="0">
              <a:lnSpc>
                <a:spcPct val="110000"/>
              </a:lnSpc>
              <a:buNone/>
            </a:pPr>
            <a:r>
              <a:rPr lang="en-US" sz="1900" i="1" dirty="0">
                <a:solidFill>
                  <a:srgbClr val="DCE8F6"/>
                </a:solidFill>
                <a:latin typeface="Cambria" pitchFamily="34" charset="0"/>
                <a:ea typeface="Cambria" pitchFamily="34" charset="-122"/>
                <a:cs typeface="Cambria" pitchFamily="34" charset="-120"/>
              </a:rPr>
              <a:t>«Desarrollar esta herramienta es útil, pero su propia necesidad es el síntoma de un problema mayor sobre el rumbo </a:t>
            </a:r>
            <a:r>
              <a:rPr lang="es-ES" sz="1900" i="1" noProof="0" dirty="0">
                <a:solidFill>
                  <a:srgbClr val="DCE8F6"/>
                </a:solidFill>
                <a:latin typeface="Cambria" pitchFamily="34" charset="0"/>
                <a:ea typeface="Cambria" pitchFamily="34" charset="-122"/>
                <a:cs typeface="Cambria" pitchFamily="34" charset="-120"/>
              </a:rPr>
              <a:t>que está tomando una</a:t>
            </a:r>
            <a:r>
              <a:rPr lang="en-US" sz="1900" i="1" dirty="0">
                <a:solidFill>
                  <a:srgbClr val="DCE8F6"/>
                </a:solidFill>
                <a:latin typeface="Cambria" pitchFamily="34" charset="0"/>
                <a:ea typeface="Cambria" pitchFamily="34" charset="-122"/>
                <a:cs typeface="Cambria" pitchFamily="34" charset="-120"/>
              </a:rPr>
              <a:t> parte de esta tecnología.»</a:t>
            </a:r>
            <a:endParaRPr lang="en-US" sz="1900" dirty="0"/>
          </a:p>
        </p:txBody>
      </p:sp>
      <p:sp>
        <p:nvSpPr>
          <p:cNvPr id="6" name="Text 4"/>
          <p:cNvSpPr/>
          <p:nvPr/>
        </p:nvSpPr>
        <p:spPr>
          <a:xfrm>
            <a:off x="3559628" y="2788920"/>
            <a:ext cx="2024743" cy="8229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Gracias</a:t>
            </a:r>
            <a:endParaRPr lang="en-US" sz="4600" dirty="0"/>
          </a:p>
        </p:txBody>
      </p:sp>
      <p:sp>
        <p:nvSpPr>
          <p:cNvPr id="7" name="Text 5"/>
          <p:cNvSpPr/>
          <p:nvPr/>
        </p:nvSpPr>
        <p:spPr>
          <a:xfrm>
            <a:off x="3710503" y="3543300"/>
            <a:ext cx="1722991" cy="365760"/>
          </a:xfrm>
          <a:prstGeom prst="rect">
            <a:avLst/>
          </a:prstGeom>
          <a:noFill/>
          <a:ln/>
        </p:spPr>
        <p:txBody>
          <a:bodyPr wrap="square" lIns="0" tIns="0" rIns="0" bIns="0" rtlCol="0" anchor="ctr"/>
          <a:lstStyle/>
          <a:p>
            <a:pPr marL="0" indent="0">
              <a:buNone/>
            </a:pPr>
            <a:r>
              <a:rPr lang="en-US" sz="1500" dirty="0">
                <a:solidFill>
                  <a:srgbClr val="9FC0E8"/>
                </a:solidFill>
                <a:latin typeface="Calibri" pitchFamily="34" charset="0"/>
                <a:ea typeface="Calibri" pitchFamily="34" charset="-122"/>
                <a:cs typeface="Calibri" pitchFamily="34" charset="-120"/>
              </a:rPr>
              <a:t>Preguntas del tribunal</a:t>
            </a:r>
            <a:endParaRPr lang="en-US" sz="1500" dirty="0"/>
          </a:p>
        </p:txBody>
      </p:sp>
      <p:sp>
        <p:nvSpPr>
          <p:cNvPr id="8" name="Text 6"/>
          <p:cNvSpPr/>
          <p:nvPr/>
        </p:nvSpPr>
        <p:spPr>
          <a:xfrm>
            <a:off x="1033272" y="4526280"/>
            <a:ext cx="7132320" cy="32004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910</TotalTime>
  <Words>2181</Words>
  <Application>Microsoft Office PowerPoint</Application>
  <PresentationFormat>Presentación en pantalla (16:9)</PresentationFormat>
  <Paragraphs>262</Paragraphs>
  <Slides>21</Slides>
  <Notes>20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Detección de vídeo sintético generado por IA</dc:title>
  <dc:subject>PptxGenJS Presentation</dc:subject>
  <dc:creator>Pablo López</dc:creator>
  <cp:lastModifiedBy>Pablo Lopez Martinez</cp:lastModifiedBy>
  <cp:revision>2</cp:revision>
  <dcterms:created xsi:type="dcterms:W3CDTF">2026-07-01T11:25:37Z</dcterms:created>
  <dcterms:modified xsi:type="dcterms:W3CDTF">2026-07-08T08:13:28Z</dcterms:modified>
</cp:coreProperties>
</file>